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s/slide10.xml" ContentType="application/vnd.openxmlformats-officedocument.presentationml.slide+xml"/>
  <Override PartName="/ppt/slides/slide11.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6.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10.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72" r:id="rId1"/>
    <p:sldMasterId id="2147483775" r:id="rId2"/>
    <p:sldMasterId id="2147483779" r:id="rId3"/>
    <p:sldMasterId id="2147483781" r:id="rId4"/>
    <p:sldMasterId id="2147483783" r:id="rId5"/>
    <p:sldMasterId id="2147483785" r:id="rId6"/>
    <p:sldMasterId id="2147483787" r:id="rId7"/>
    <p:sldMasterId id="2147483777" r:id="rId8"/>
  </p:sldMasterIdLst>
  <p:notesMasterIdLst>
    <p:notesMasterId r:id="rId30"/>
  </p:notesMasterIdLst>
  <p:handoutMasterIdLst>
    <p:handoutMasterId r:id="rId31"/>
  </p:handoutMasterIdLst>
  <p:sldIdLst>
    <p:sldId id="290" r:id="rId10"/>
    <p:sldId id="257" r:id="rId11"/>
    <p:sldId id="258" r:id="rId12"/>
    <p:sldId id="292" r:id="rId14"/>
    <p:sldId id="304" r:id="rId17"/>
    <p:sldId id="295" r:id="rId18"/>
    <p:sldId id="296" r:id="rId19"/>
    <p:sldId id="308" r:id="rId37"/>
    <p:sldId id="309" r:id="rId38"/>
    <p:sldId id="310" r:id="rId39"/>
    <p:sldId id="311" r:id="rId40"/>
    <p:sldId id="312" r:id="rId41"/>
    <p:sldId id="313" r:id="rId42"/>
    <p:sldId id="305" r:id="rId22"/>
    <p:sldId id="299" r:id="rId23"/>
    <p:sldId id="314" r:id="rId43"/>
    <p:sldId id="315" r:id="rId44"/>
    <p:sldId id="316" r:id="rId45"/>
    <p:sldId id="317" r:id="rId46"/>
    <p:sldId id="318" r:id="rId47"/>
    <p:sldId id="319" r:id="rId48"/>
    <p:sldId id="320" r:id="rId49"/>
    <p:sldId id="321" r:id="rId50"/>
    <p:sldId id="322" r:id="rId51"/>
    <p:sldId id="323" r:id="rId52"/>
    <p:sldId id="324" r:id="rId53"/>
    <p:sldId id="325" r:id="rId54"/>
    <p:sldId id="326" r:id="rId55"/>
    <p:sldId id="327" r:id="rId56"/>
    <p:sldId id="306" r:id="rId26"/>
    <p:sldId id="302" r:id="rId27"/>
    <p:sldId id="328" r:id="rId57"/>
    <p:sldId id="307" r:id="rId28"/>
    <p:sldId id="303" r:id="rId29"/>
  </p:sldIdLst>
  <p:sldSz cx="9144000" cy="6858000" type="screen4x3"/>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4C46F"/>
    <a:srgbClr val="E08B56"/>
    <a:srgbClr val="2B3957"/>
    <a:srgbClr val="374971"/>
    <a:srgbClr val="516BA5"/>
    <a:srgbClr val="3B3838"/>
    <a:srgbClr val="FFFFFF"/>
    <a:srgbClr val="82F74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9767" autoAdjust="0"/>
    <p:restoredTop sz="94660"/>
  </p:normalViewPr>
  <p:slideViewPr>
    <p:cSldViewPr>
      <p:cViewPr varScale="1">
        <p:scale>
          <a:sx n="72" d="100"/>
          <a:sy n="72" d="100"/>
        </p:scale>
        <p:origin x="1146" y="60"/>
      </p:cViewPr>
      <p:guideLst>
        <p:guide orient="horz" pos="2160"/>
        <p:guide pos="2880"/>
      </p:guideLst>
    </p:cSldViewPr>
  </p:slideViewPr>
  <p:notesTextViewPr>
    <p:cViewPr>
      <p:scale>
        <a:sx n="100" d="100"/>
        <a:sy n="100" d="100"/>
      </p:scale>
      <p:origin x="0" y="0"/>
    </p:cViewPr>
  </p:notesTextViewPr>
  <p:sorterViewPr>
    <p:cViewPr>
      <p:scale>
        <a:sx n="100" d="100"/>
        <a:sy n="100" d="100"/>
      </p:scale>
      <p:origin x="0" y="0"/>
    </p:cViewPr>
  </p:sorterViewPr>
  <p:notesViewPr>
    <p:cSldViewPr>
      <p:cViewPr varScale="1">
        <p:scale>
          <a:sx n="101" d="100"/>
          <a:sy n="101" d="100"/>
        </p:scale>
        <p:origin x="2694" y="108"/>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Master" Target="slideMasters/slideMaster3.xml"/><Relationship Id="rId4" Type="http://schemas.openxmlformats.org/officeDocument/2006/relationships/slideMaster" Target="slideMasters/slideMaster4.xml"/><Relationship Id="rId5" Type="http://schemas.openxmlformats.org/officeDocument/2006/relationships/slideMaster" Target="slideMasters/slideMaster5.xml"/><Relationship Id="rId6" Type="http://schemas.openxmlformats.org/officeDocument/2006/relationships/slideMaster" Target="slideMasters/slideMaster6.xml"/><Relationship Id="rId7" Type="http://schemas.openxmlformats.org/officeDocument/2006/relationships/slideMaster" Target="slideMasters/slideMaster7.xml"/><Relationship Id="rId8" Type="http://schemas.openxmlformats.org/officeDocument/2006/relationships/slideMaster" Target="slideMasters/slideMaster8.xml"/><Relationship Id="rId10" Type="http://schemas.openxmlformats.org/officeDocument/2006/relationships/slide" Target="slides/slide2.xml"/><Relationship Id="rId11" Type="http://schemas.openxmlformats.org/officeDocument/2006/relationships/slide" Target="slides/slide3.xml"/><Relationship Id="rId12" Type="http://schemas.openxmlformats.org/officeDocument/2006/relationships/slide" Target="slides/slide4.xml"/><Relationship Id="rId14" Type="http://schemas.openxmlformats.org/officeDocument/2006/relationships/slide" Target="slides/slide6.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slide" Target="slides/slide11.xml"/><Relationship Id="rId22" Type="http://schemas.openxmlformats.org/officeDocument/2006/relationships/slide" Target="slides/slide14.xml"/><Relationship Id="rId23" Type="http://schemas.openxmlformats.org/officeDocument/2006/relationships/slide" Target="slides/slide15.xml"/><Relationship Id="rId26" Type="http://schemas.openxmlformats.org/officeDocument/2006/relationships/slide" Target="slides/slide18.xml"/><Relationship Id="rId27" Type="http://schemas.openxmlformats.org/officeDocument/2006/relationships/slide" Target="slides/slide19.xml"/><Relationship Id="rId28" Type="http://schemas.openxmlformats.org/officeDocument/2006/relationships/slide" Target="slides/slide20.xml"/><Relationship Id="rId29" Type="http://schemas.openxmlformats.org/officeDocument/2006/relationships/slide" Target="slides/slide21.xml"/><Relationship Id="rId30" Type="http://schemas.openxmlformats.org/officeDocument/2006/relationships/notesMaster" Target="notesMasters/notesMaster1.xml"/><Relationship Id="rId31" Type="http://schemas.openxmlformats.org/officeDocument/2006/relationships/handoutMaster" Target="handoutMasters/handout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 Id="rId36" Type="http://schemas.microsoft.com/office/2015/10/relationships/revisionInfo" Target="revisionInfo.xml"/><Relationship Id="rId37" Type="http://schemas.openxmlformats.org/officeDocument/2006/relationships/slide" Target="slides/slide22.xml"/><Relationship Id="rId38" Type="http://schemas.openxmlformats.org/officeDocument/2006/relationships/slide" Target="slides/slide23.xml"/><Relationship Id="rId39" Type="http://schemas.openxmlformats.org/officeDocument/2006/relationships/slide" Target="slides/slide24.xml"/><Relationship Id="rId40" Type="http://schemas.openxmlformats.org/officeDocument/2006/relationships/slide" Target="slides/slide25.xml"/><Relationship Id="rId41" Type="http://schemas.openxmlformats.org/officeDocument/2006/relationships/slide" Target="slides/slide26.xml"/><Relationship Id="rId42" Type="http://schemas.openxmlformats.org/officeDocument/2006/relationships/slide" Target="slides/slide27.xml"/><Relationship Id="rId43" Type="http://schemas.openxmlformats.org/officeDocument/2006/relationships/slide" Target="slides/slide28.xml"/><Relationship Id="rId44" Type="http://schemas.openxmlformats.org/officeDocument/2006/relationships/slide" Target="slides/slide29.xml"/><Relationship Id="rId45" Type="http://schemas.openxmlformats.org/officeDocument/2006/relationships/slide" Target="slides/slide30.xml"/><Relationship Id="rId46" Type="http://schemas.openxmlformats.org/officeDocument/2006/relationships/slide" Target="slides/slide31.xml"/><Relationship Id="rId47" Type="http://schemas.openxmlformats.org/officeDocument/2006/relationships/slide" Target="slides/slide32.xml"/><Relationship Id="rId48" Type="http://schemas.openxmlformats.org/officeDocument/2006/relationships/slide" Target="slides/slide33.xml"/><Relationship Id="rId49" Type="http://schemas.openxmlformats.org/officeDocument/2006/relationships/slide" Target="slides/slide34.xml"/><Relationship Id="rId50" Type="http://schemas.openxmlformats.org/officeDocument/2006/relationships/slide" Target="slides/slide35.xml"/><Relationship Id="rId51" Type="http://schemas.openxmlformats.org/officeDocument/2006/relationships/slide" Target="slides/slide36.xml"/><Relationship Id="rId52" Type="http://schemas.openxmlformats.org/officeDocument/2006/relationships/slide" Target="slides/slide37.xml"/><Relationship Id="rId53" Type="http://schemas.openxmlformats.org/officeDocument/2006/relationships/slide" Target="slides/slide38.xml"/><Relationship Id="rId54" Type="http://schemas.openxmlformats.org/officeDocument/2006/relationships/slide" Target="slides/slide39.xml"/><Relationship Id="rId55" Type="http://schemas.openxmlformats.org/officeDocument/2006/relationships/slide" Target="slides/slide40.xml"/><Relationship Id="rId56" Type="http://schemas.openxmlformats.org/officeDocument/2006/relationships/slide" Target="slides/slide41.xml"/><Relationship Id="rId57" Type="http://schemas.openxmlformats.org/officeDocument/2006/relationships/slide" Target="slides/slide4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10.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pl-PL"/>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504DAB93-CEFC-4FC9-839F-0BEB0EF2FF73}" type="datetimeFigureOut">
              <a:rPr lang="pl-PL" smtClean="0"/>
              <a:t>2018-04-10</a:t>
            </a:fld>
            <a:endParaRPr lang="pl-PL"/>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pl-PL"/>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82431A94-3DF5-481E-B085-FF694E4069A2}" type="slidenum">
              <a:rPr lang="pl-PL" smtClean="0"/>
              <a:t>‹#›</a:t>
            </a:fld>
            <a:endParaRPr lang="pl-PL"/>
          </a:p>
        </p:txBody>
      </p:sp>
    </p:spTree>
    <p:extLst>
      <p:ext uri="{BB962C8B-B14F-4D97-AF65-F5344CB8AC3E}">
        <p14:creationId xmlns:p14="http://schemas.microsoft.com/office/powerpoint/2010/main" val="136434752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9.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pl-PL"/>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2FA9AA8-DED1-45DB-B35B-C8925B19C961}" type="datetimeFigureOut">
              <a:rPr lang="pl-PL" smtClean="0"/>
              <a:t>2018-04-10</a:t>
            </a:fld>
            <a:endParaRPr lang="pl-PL"/>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pl-PL"/>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l-PL"/>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pl-PL"/>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6108FC8-769B-485C-8357-A074C463AB08}" type="slidenum">
              <a:rPr lang="pl-PL" smtClean="0"/>
              <a:t>‹#›</a:t>
            </a:fld>
            <a:endParaRPr lang="pl-PL"/>
          </a:p>
        </p:txBody>
      </p:sp>
    </p:spTree>
    <p:extLst>
      <p:ext uri="{BB962C8B-B14F-4D97-AF65-F5344CB8AC3E}">
        <p14:creationId xmlns:p14="http://schemas.microsoft.com/office/powerpoint/2010/main" val="3127052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C6108FC8-769B-485C-8357-A074C463AB08}" type="slidenum">
              <a:rPr lang="pl-PL" smtClean="0"/>
              <a:t>11</a:t>
            </a:fld>
            <a:endParaRPr lang="pl-PL"/>
          </a:p>
        </p:txBody>
      </p:sp>
    </p:spTree>
    <p:extLst>
      <p:ext uri="{BB962C8B-B14F-4D97-AF65-F5344CB8AC3E}">
        <p14:creationId xmlns:p14="http://schemas.microsoft.com/office/powerpoint/2010/main" val="371459143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제목 및 내용">
    <p:bg>
      <p:bgRef idx="1001">
        <a:schemeClr val="bg1"/>
      </p:bgRef>
    </p:bg>
    <p:spTree>
      <p:nvGrpSpPr>
        <p:cNvPr id="1" name=""/>
        <p:cNvGrpSpPr/>
        <p:nvPr/>
      </p:nvGrpSpPr>
      <p:grpSpPr>
        <a:xfrm>
          <a:off x="0" y="0"/>
          <a:ext cx="0" cy="0"/>
          <a:chOff x="0" y="0"/>
          <a:chExt cx="0" cy="0"/>
        </a:xfrm>
      </p:grpSpPr>
      <p:cxnSp>
        <p:nvCxnSpPr>
          <p:cNvPr id="39" name="Straight Connector 38"/>
          <p:cNvCxnSpPr/>
          <p:nvPr userDrawn="1"/>
        </p:nvCxnSpPr>
        <p:spPr>
          <a:xfrm>
            <a:off x="457200" y="980728"/>
            <a:ext cx="8229600" cy="0"/>
          </a:xfrm>
          <a:prstGeom prst="line">
            <a:avLst/>
          </a:prstGeom>
          <a:ln w="12700"/>
        </p:spPr>
        <p:style>
          <a:lnRef idx="1">
            <a:schemeClr val="accent1"/>
          </a:lnRef>
          <a:fillRef idx="0">
            <a:schemeClr val="accent1"/>
          </a:fillRef>
          <a:effectRef idx="0">
            <a:schemeClr val="accent1"/>
          </a:effectRef>
          <a:fontRef idx="minor">
            <a:schemeClr val="tx1"/>
          </a:fontRef>
        </p:style>
      </p:cxnSp>
      <p:sp>
        <p:nvSpPr>
          <p:cNvPr id="40" name="내용 개체 틀 2"/>
          <p:cNvSpPr txBox="1">
            <a:spLocks/>
          </p:cNvSpPr>
          <p:nvPr userDrawn="1"/>
        </p:nvSpPr>
        <p:spPr>
          <a:xfrm>
            <a:off x="457200" y="1848192"/>
            <a:ext cx="8229600" cy="4389120"/>
          </a:xfrm>
          <a:prstGeom prst="rect">
            <a:avLst/>
          </a:prstGeom>
        </p:spPr>
        <p:txBody>
          <a:bodyPr>
            <a:normAutofit/>
          </a:bodyPr>
          <a:lstStyle>
            <a:lvl1pPr marL="274320" indent="-274320" algn="l" rtl="0" eaLnBrk="1" latinLnBrk="1" hangingPunct="1">
              <a:spcBef>
                <a:spcPct val="20000"/>
              </a:spcBef>
              <a:buClr>
                <a:schemeClr val="accent3"/>
              </a:buClr>
              <a:buSzPct val="95000"/>
              <a:buFont typeface="Wingdings 2"/>
              <a:buChar char=""/>
              <a:defRPr kumimoji="0" sz="2600" kern="1200">
                <a:solidFill>
                  <a:schemeClr val="tx1"/>
                </a:solidFill>
                <a:latin typeface="+mn-lt"/>
                <a:ea typeface="+mn-ea"/>
                <a:cs typeface="+mn-cs"/>
              </a:defRPr>
            </a:lvl1pPr>
            <a:lvl2pPr marL="640080" indent="-246888" algn="l" rtl="0" eaLnBrk="1" latinLnBrk="1" hangingPunct="1">
              <a:spcBef>
                <a:spcPct val="20000"/>
              </a:spcBef>
              <a:buClr>
                <a:schemeClr val="accent1"/>
              </a:buClr>
              <a:buSzPct val="85000"/>
              <a:buFont typeface="Wingdings 2"/>
              <a:buChar char=""/>
              <a:defRPr kumimoji="0" sz="2400" kern="1200">
                <a:solidFill>
                  <a:schemeClr val="tx1"/>
                </a:solidFill>
                <a:latin typeface="+mn-lt"/>
                <a:ea typeface="+mn-ea"/>
                <a:cs typeface="+mn-cs"/>
              </a:defRPr>
            </a:lvl2pPr>
            <a:lvl3pPr marL="914400" indent="-246888" algn="l" rtl="0" eaLnBrk="1" latinLnBrk="1" hangingPunct="1">
              <a:spcBef>
                <a:spcPct val="20000"/>
              </a:spcBef>
              <a:buClr>
                <a:schemeClr val="accent2"/>
              </a:buClr>
              <a:buSzPct val="70000"/>
              <a:buFont typeface="Wingdings 2"/>
              <a:buChar char=""/>
              <a:defRPr kumimoji="0" sz="2100" kern="1200">
                <a:solidFill>
                  <a:schemeClr val="tx1"/>
                </a:solidFill>
                <a:latin typeface="+mn-lt"/>
                <a:ea typeface="+mn-ea"/>
                <a:cs typeface="+mn-cs"/>
              </a:defRPr>
            </a:lvl3pPr>
            <a:lvl4pPr marL="1188720" indent="-210312" algn="l" rtl="0" eaLnBrk="1" latinLnBrk="1" hangingPunct="1">
              <a:spcBef>
                <a:spcPct val="20000"/>
              </a:spcBef>
              <a:buClr>
                <a:schemeClr val="accent3"/>
              </a:buClr>
              <a:buSzPct val="65000"/>
              <a:buFont typeface="Wingdings 2"/>
              <a:buChar char=""/>
              <a:defRPr kumimoji="0" sz="1800" kern="1200">
                <a:solidFill>
                  <a:schemeClr val="tx1"/>
                </a:solidFill>
                <a:latin typeface="+mn-lt"/>
                <a:ea typeface="+mn-ea"/>
                <a:cs typeface="+mn-cs"/>
              </a:defRPr>
            </a:lvl4pPr>
            <a:lvl5pPr marL="1463040" indent="-210312" algn="l" rtl="0" eaLnBrk="1" latinLnBrk="1" hangingPunct="1">
              <a:spcBef>
                <a:spcPct val="20000"/>
              </a:spcBef>
              <a:buClr>
                <a:schemeClr val="accent4"/>
              </a:buClr>
              <a:buSzPct val="65000"/>
              <a:buFont typeface="Wingdings 2"/>
              <a:buChar char=""/>
              <a:defRPr kumimoji="0" sz="1600" kern="1200">
                <a:solidFill>
                  <a:schemeClr val="tx1"/>
                </a:solidFill>
                <a:latin typeface="+mn-lt"/>
                <a:ea typeface="+mn-ea"/>
                <a:cs typeface="+mn-cs"/>
              </a:defRPr>
            </a:lvl5pPr>
            <a:lvl6pPr marL="1737360" indent="-210312" algn="l" rtl="0" eaLnBrk="1" latinLnBrk="1" hangingPunct="1">
              <a:spcBef>
                <a:spcPct val="20000"/>
              </a:spcBef>
              <a:buClr>
                <a:schemeClr val="accent5"/>
              </a:buClr>
              <a:buSzPct val="80000"/>
              <a:buFont typeface="Wingdings 2"/>
              <a:buChar char=""/>
              <a:defRPr kumimoji="0" sz="1800" kern="1200">
                <a:solidFill>
                  <a:schemeClr val="tx1"/>
                </a:solidFill>
                <a:latin typeface="+mn-lt"/>
                <a:ea typeface="+mn-ea"/>
                <a:cs typeface="+mn-cs"/>
              </a:defRPr>
            </a:lvl6pPr>
            <a:lvl7pPr marL="1920240" indent="-182880" algn="l" rtl="0" eaLnBrk="1" latinLnBrk="1" hangingPunct="1">
              <a:spcBef>
                <a:spcPct val="20000"/>
              </a:spcBef>
              <a:buClr>
                <a:schemeClr val="accent6"/>
              </a:buClr>
              <a:buSzPct val="80000"/>
              <a:buFont typeface="Wingdings 2"/>
              <a:buChar char=""/>
              <a:defRPr kumimoji="0" sz="1600" kern="1200" baseline="0">
                <a:solidFill>
                  <a:schemeClr val="tx1"/>
                </a:solidFill>
                <a:latin typeface="+mn-lt"/>
                <a:ea typeface="+mn-ea"/>
                <a:cs typeface="+mn-cs"/>
              </a:defRPr>
            </a:lvl7pPr>
            <a:lvl8pPr marL="2194560" indent="-182880" algn="l" rtl="0" eaLnBrk="1" latinLnBrk="1" hangingPunct="1">
              <a:spcBef>
                <a:spcPct val="20000"/>
              </a:spcBef>
              <a:buClr>
                <a:schemeClr val="tx2"/>
              </a:buClr>
              <a:buChar char="•"/>
              <a:defRPr kumimoji="0" sz="1600" kern="1200">
                <a:solidFill>
                  <a:schemeClr val="tx1"/>
                </a:solidFill>
                <a:latin typeface="+mn-lt"/>
                <a:ea typeface="+mn-ea"/>
                <a:cs typeface="+mn-cs"/>
              </a:defRPr>
            </a:lvl8pPr>
            <a:lvl9pPr marL="2468880" indent="-182880" algn="l" rtl="0" eaLnBrk="1" latinLnBrk="1" hangingPunct="1">
              <a:spcBef>
                <a:spcPct val="20000"/>
              </a:spcBef>
              <a:buClr>
                <a:schemeClr val="tx2"/>
              </a:buClr>
              <a:buFontTx/>
              <a:buChar char="•"/>
              <a:defRPr kumimoji="0" sz="1400" kern="1200" baseline="0">
                <a:solidFill>
                  <a:schemeClr val="tx1"/>
                </a:solidFill>
                <a:latin typeface="+mn-lt"/>
                <a:ea typeface="+mn-ea"/>
                <a:cs typeface="+mn-cs"/>
              </a:defRPr>
            </a:lvl9pPr>
          </a:lstStyle>
          <a:p>
            <a:pPr>
              <a:buClr>
                <a:srgbClr val="374971"/>
              </a:buClr>
              <a:buFont typeface="Wingdings" panose="05000000000000000000" pitchFamily="2" charset="2"/>
              <a:buChar char="§"/>
            </a:pPr>
            <a:endParaRPr lang="pl-PL" altLang="ko-KR" sz="1800" dirty="0">
              <a:solidFill>
                <a:srgbClr val="3B3838"/>
              </a:solidFill>
              <a:latin typeface="Arial" panose="020B0604020202020204" pitchFamily="34" charset="0"/>
              <a:cs typeface="Arial" panose="020B0604020202020204" pitchFamily="34" charset="0"/>
            </a:endParaRPr>
          </a:p>
        </p:txBody>
      </p:sp>
      <p:sp>
        <p:nvSpPr>
          <p:cNvPr id="41" name="Title Placeholder 3"/>
          <p:cNvSpPr>
            <a:spLocks noGrp="1"/>
          </p:cNvSpPr>
          <p:nvPr>
            <p:ph type="title"/>
          </p:nvPr>
        </p:nvSpPr>
        <p:spPr>
          <a:xfrm>
            <a:off x="457200" y="365125"/>
            <a:ext cx="8229600" cy="615603"/>
          </a:xfrm>
          <a:prstGeom prst="rect">
            <a:avLst/>
          </a:prstGeom>
        </p:spPr>
        <p:txBody>
          <a:bodyPr vert="horz" lIns="91440" tIns="45720" rIns="91440" bIns="45720" rtlCol="0" anchor="ctr">
            <a:noAutofit/>
          </a:bodyPr>
          <a:lstStyle/>
          <a:p>
            <a:r>
              <a:rPr lang="en-US" dirty="0"/>
              <a:t>Click to edit Master title style</a:t>
            </a:r>
            <a:endParaRPr lang="pl-PL" dirty="0"/>
          </a:p>
        </p:txBody>
      </p:sp>
      <p:sp>
        <p:nvSpPr>
          <p:cNvPr id="43" name="Slide Number Placeholder 5"/>
          <p:cNvSpPr>
            <a:spLocks noGrp="1"/>
          </p:cNvSpPr>
          <p:nvPr>
            <p:ph type="sldNum" sz="quarter" idx="4"/>
          </p:nvPr>
        </p:nvSpPr>
        <p:spPr>
          <a:xfrm>
            <a:off x="7051104" y="6597352"/>
            <a:ext cx="2057400" cy="196132"/>
          </a:xfrm>
          <a:prstGeom prst="rect">
            <a:avLst/>
          </a:prstGeom>
        </p:spPr>
        <p:txBody>
          <a:bodyPr vert="horz" lIns="91440" tIns="45720" rIns="91440" bIns="45720" rtlCol="0" anchor="ctr"/>
          <a:lstStyle>
            <a:lvl1pPr algn="r">
              <a:defRPr sz="1200">
                <a:solidFill>
                  <a:schemeClr val="bg1"/>
                </a:solidFill>
              </a:defRPr>
            </a:lvl1pPr>
          </a:lstStyle>
          <a:p>
            <a:fld id="{42AF35AD-09C2-4EBD-8934-72FD947EF48F}" type="slidenum">
              <a:rPr lang="pl-PL" smtClean="0"/>
              <a:pPr/>
              <a:t>‹#›</a:t>
            </a:fld>
            <a:endParaRPr lang="pl-PL" dirty="0"/>
          </a:p>
        </p:txBody>
      </p:sp>
      <p:sp>
        <p:nvSpPr>
          <p:cNvPr id="48" name="내용 개체 틀 2"/>
          <p:cNvSpPr>
            <a:spLocks noGrp="1"/>
          </p:cNvSpPr>
          <p:nvPr>
            <p:ph idx="1" hasCustomPrompt="1"/>
          </p:nvPr>
        </p:nvSpPr>
        <p:spPr>
          <a:xfrm>
            <a:off x="457200" y="1935480"/>
            <a:ext cx="8229600" cy="4389120"/>
          </a:xfrm>
          <a:prstGeom prst="rect">
            <a:avLst/>
          </a:prstGeom>
        </p:spPr>
        <p:txBody>
          <a:bodyPr/>
          <a:lstStyle>
            <a:lvl1pPr eaLnBrk="1" latinLnBrk="0" hangingPunct="1">
              <a:spcAft>
                <a:spcPts val="600"/>
              </a:spcAft>
              <a:defRPr/>
            </a:lvl1pPr>
            <a:lvl2pPr marL="640080" indent="-246888" eaLnBrk="1" latinLnBrk="0" hangingPunct="1">
              <a:spcAft>
                <a:spcPts val="600"/>
              </a:spcAft>
              <a:buClr>
                <a:srgbClr val="374971"/>
              </a:buClr>
              <a:buFont typeface="Arial" panose="020B0604020202020204" pitchFamily="34" charset="0"/>
              <a:buChar char="−"/>
              <a:defRPr/>
            </a:lvl2pPr>
            <a:lvl3pPr marL="914400" indent="-246888" eaLnBrk="1" latinLnBrk="0" hangingPunct="1">
              <a:spcAft>
                <a:spcPts val="600"/>
              </a:spcAft>
              <a:buClr>
                <a:srgbClr val="374971"/>
              </a:buClr>
              <a:buFont typeface="Wingdings" panose="05000000000000000000" pitchFamily="2" charset="2"/>
              <a:buChar char="§"/>
              <a:defRPr/>
            </a:lvl3pPr>
            <a:lvl4pPr marL="1188720" indent="-210312" eaLnBrk="1" latinLnBrk="0" hangingPunct="1">
              <a:spcAft>
                <a:spcPts val="600"/>
              </a:spcAft>
              <a:buClr>
                <a:srgbClr val="374971"/>
              </a:buClr>
              <a:buFont typeface="Arial" panose="020B0604020202020204" pitchFamily="34" charset="0"/>
              <a:buChar char="−"/>
              <a:defRPr/>
            </a:lvl4pPr>
            <a:lvl5pPr marL="1463040" indent="-210312" eaLnBrk="1" latinLnBrk="0" hangingPunct="1">
              <a:spcAft>
                <a:spcPts val="600"/>
              </a:spcAft>
              <a:buClr>
                <a:srgbClr val="374971"/>
              </a:buClr>
              <a:buFont typeface="Wingdings" panose="05000000000000000000" pitchFamily="2" charset="2"/>
              <a:buChar char="§"/>
              <a:defRPr/>
            </a:lvl5pPr>
          </a:lstStyle>
          <a:p>
            <a:pPr lvl="0" eaLnBrk="1" latinLnBrk="0" hangingPunct="1"/>
            <a:r>
              <a:rPr lang="pl-PL" altLang="ko-KR" dirty="0"/>
              <a:t>Sample text</a:t>
            </a:r>
          </a:p>
          <a:p>
            <a:pPr lvl="1" eaLnBrk="1" latinLnBrk="0" hangingPunct="1"/>
            <a:r>
              <a:rPr lang="pl-PL" altLang="ko-KR" dirty="0"/>
              <a:t>Sample text</a:t>
            </a:r>
          </a:p>
          <a:p>
            <a:pPr lvl="2" eaLnBrk="1" latinLnBrk="0" hangingPunct="1"/>
            <a:r>
              <a:rPr lang="pl-PL" altLang="ko-KR" dirty="0"/>
              <a:t>Sample text</a:t>
            </a:r>
          </a:p>
          <a:p>
            <a:pPr lvl="3" eaLnBrk="1" latinLnBrk="0" hangingPunct="1"/>
            <a:r>
              <a:rPr lang="pl-PL" altLang="ko-KR" dirty="0"/>
              <a:t>Sample text</a:t>
            </a:r>
          </a:p>
          <a:p>
            <a:pPr lvl="4" eaLnBrk="1" latinLnBrk="0" hangingPunct="1"/>
            <a:r>
              <a:rPr lang="pl-PL" altLang="ko-KR" dirty="0"/>
              <a:t>Sample text</a:t>
            </a:r>
          </a:p>
        </p:txBody>
      </p:sp>
    </p:spTree>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제목 및 내용">
    <p:bg>
      <p:bgRef idx="1001">
        <a:schemeClr val="bg1"/>
      </p:bgRef>
    </p:bg>
    <p:spTree>
      <p:nvGrpSpPr>
        <p:cNvPr id="1" name=""/>
        <p:cNvGrpSpPr/>
        <p:nvPr/>
      </p:nvGrpSpPr>
      <p:grpSpPr>
        <a:xfrm>
          <a:off x="0" y="0"/>
          <a:ext cx="0" cy="0"/>
          <a:chOff x="0" y="0"/>
          <a:chExt cx="0" cy="0"/>
        </a:xfrm>
      </p:grpSpPr>
      <p:sp>
        <p:nvSpPr>
          <p:cNvPr id="40" name="내용 개체 틀 2"/>
          <p:cNvSpPr txBox="1">
            <a:spLocks/>
          </p:cNvSpPr>
          <p:nvPr userDrawn="1"/>
        </p:nvSpPr>
        <p:spPr>
          <a:xfrm>
            <a:off x="457200" y="1848192"/>
            <a:ext cx="8229600" cy="4389120"/>
          </a:xfrm>
          <a:prstGeom prst="rect">
            <a:avLst/>
          </a:prstGeom>
        </p:spPr>
        <p:txBody>
          <a:bodyPr>
            <a:normAutofit/>
          </a:bodyPr>
          <a:lstStyle>
            <a:lvl1pPr marL="274320" indent="-274320" algn="l" rtl="0" eaLnBrk="1" latinLnBrk="1" hangingPunct="1">
              <a:spcBef>
                <a:spcPct val="20000"/>
              </a:spcBef>
              <a:buClr>
                <a:schemeClr val="accent3"/>
              </a:buClr>
              <a:buSzPct val="95000"/>
              <a:buFont typeface="Wingdings 2"/>
              <a:buChar char=""/>
              <a:defRPr kumimoji="0" sz="2600" kern="1200">
                <a:solidFill>
                  <a:schemeClr val="tx1"/>
                </a:solidFill>
                <a:latin typeface="+mn-lt"/>
                <a:ea typeface="+mn-ea"/>
                <a:cs typeface="+mn-cs"/>
              </a:defRPr>
            </a:lvl1pPr>
            <a:lvl2pPr marL="640080" indent="-246888" algn="l" rtl="0" eaLnBrk="1" latinLnBrk="1" hangingPunct="1">
              <a:spcBef>
                <a:spcPct val="20000"/>
              </a:spcBef>
              <a:buClr>
                <a:schemeClr val="accent1"/>
              </a:buClr>
              <a:buSzPct val="85000"/>
              <a:buFont typeface="Wingdings 2"/>
              <a:buChar char=""/>
              <a:defRPr kumimoji="0" sz="2400" kern="1200">
                <a:solidFill>
                  <a:schemeClr val="tx1"/>
                </a:solidFill>
                <a:latin typeface="+mn-lt"/>
                <a:ea typeface="+mn-ea"/>
                <a:cs typeface="+mn-cs"/>
              </a:defRPr>
            </a:lvl2pPr>
            <a:lvl3pPr marL="914400" indent="-246888" algn="l" rtl="0" eaLnBrk="1" latinLnBrk="1" hangingPunct="1">
              <a:spcBef>
                <a:spcPct val="20000"/>
              </a:spcBef>
              <a:buClr>
                <a:schemeClr val="accent2"/>
              </a:buClr>
              <a:buSzPct val="70000"/>
              <a:buFont typeface="Wingdings 2"/>
              <a:buChar char=""/>
              <a:defRPr kumimoji="0" sz="2100" kern="1200">
                <a:solidFill>
                  <a:schemeClr val="tx1"/>
                </a:solidFill>
                <a:latin typeface="+mn-lt"/>
                <a:ea typeface="+mn-ea"/>
                <a:cs typeface="+mn-cs"/>
              </a:defRPr>
            </a:lvl3pPr>
            <a:lvl4pPr marL="1188720" indent="-210312" algn="l" rtl="0" eaLnBrk="1" latinLnBrk="1" hangingPunct="1">
              <a:spcBef>
                <a:spcPct val="20000"/>
              </a:spcBef>
              <a:buClr>
                <a:schemeClr val="accent3"/>
              </a:buClr>
              <a:buSzPct val="65000"/>
              <a:buFont typeface="Wingdings 2"/>
              <a:buChar char=""/>
              <a:defRPr kumimoji="0" sz="1800" kern="1200">
                <a:solidFill>
                  <a:schemeClr val="tx1"/>
                </a:solidFill>
                <a:latin typeface="+mn-lt"/>
                <a:ea typeface="+mn-ea"/>
                <a:cs typeface="+mn-cs"/>
              </a:defRPr>
            </a:lvl4pPr>
            <a:lvl5pPr marL="1463040" indent="-210312" algn="l" rtl="0" eaLnBrk="1" latinLnBrk="1" hangingPunct="1">
              <a:spcBef>
                <a:spcPct val="20000"/>
              </a:spcBef>
              <a:buClr>
                <a:schemeClr val="accent4"/>
              </a:buClr>
              <a:buSzPct val="65000"/>
              <a:buFont typeface="Wingdings 2"/>
              <a:buChar char=""/>
              <a:defRPr kumimoji="0" sz="1600" kern="1200">
                <a:solidFill>
                  <a:schemeClr val="tx1"/>
                </a:solidFill>
                <a:latin typeface="+mn-lt"/>
                <a:ea typeface="+mn-ea"/>
                <a:cs typeface="+mn-cs"/>
              </a:defRPr>
            </a:lvl5pPr>
            <a:lvl6pPr marL="1737360" indent="-210312" algn="l" rtl="0" eaLnBrk="1" latinLnBrk="1" hangingPunct="1">
              <a:spcBef>
                <a:spcPct val="20000"/>
              </a:spcBef>
              <a:buClr>
                <a:schemeClr val="accent5"/>
              </a:buClr>
              <a:buSzPct val="80000"/>
              <a:buFont typeface="Wingdings 2"/>
              <a:buChar char=""/>
              <a:defRPr kumimoji="0" sz="1800" kern="1200">
                <a:solidFill>
                  <a:schemeClr val="tx1"/>
                </a:solidFill>
                <a:latin typeface="+mn-lt"/>
                <a:ea typeface="+mn-ea"/>
                <a:cs typeface="+mn-cs"/>
              </a:defRPr>
            </a:lvl6pPr>
            <a:lvl7pPr marL="1920240" indent="-182880" algn="l" rtl="0" eaLnBrk="1" latinLnBrk="1" hangingPunct="1">
              <a:spcBef>
                <a:spcPct val="20000"/>
              </a:spcBef>
              <a:buClr>
                <a:schemeClr val="accent6"/>
              </a:buClr>
              <a:buSzPct val="80000"/>
              <a:buFont typeface="Wingdings 2"/>
              <a:buChar char=""/>
              <a:defRPr kumimoji="0" sz="1600" kern="1200" baseline="0">
                <a:solidFill>
                  <a:schemeClr val="tx1"/>
                </a:solidFill>
                <a:latin typeface="+mn-lt"/>
                <a:ea typeface="+mn-ea"/>
                <a:cs typeface="+mn-cs"/>
              </a:defRPr>
            </a:lvl7pPr>
            <a:lvl8pPr marL="2194560" indent="-182880" algn="l" rtl="0" eaLnBrk="1" latinLnBrk="1" hangingPunct="1">
              <a:spcBef>
                <a:spcPct val="20000"/>
              </a:spcBef>
              <a:buClr>
                <a:schemeClr val="tx2"/>
              </a:buClr>
              <a:buChar char="•"/>
              <a:defRPr kumimoji="0" sz="1600" kern="1200">
                <a:solidFill>
                  <a:schemeClr val="tx1"/>
                </a:solidFill>
                <a:latin typeface="+mn-lt"/>
                <a:ea typeface="+mn-ea"/>
                <a:cs typeface="+mn-cs"/>
              </a:defRPr>
            </a:lvl8pPr>
            <a:lvl9pPr marL="2468880" indent="-182880" algn="l" rtl="0" eaLnBrk="1" latinLnBrk="1" hangingPunct="1">
              <a:spcBef>
                <a:spcPct val="20000"/>
              </a:spcBef>
              <a:buClr>
                <a:schemeClr val="tx2"/>
              </a:buClr>
              <a:buFontTx/>
              <a:buChar char="•"/>
              <a:defRPr kumimoji="0" sz="1400" kern="1200" baseline="0">
                <a:solidFill>
                  <a:schemeClr val="tx1"/>
                </a:solidFill>
                <a:latin typeface="+mn-lt"/>
                <a:ea typeface="+mn-ea"/>
                <a:cs typeface="+mn-cs"/>
              </a:defRPr>
            </a:lvl9pPr>
          </a:lstStyle>
          <a:p>
            <a:pPr>
              <a:buClr>
                <a:srgbClr val="374971"/>
              </a:buClr>
              <a:buFont typeface="Wingdings" panose="05000000000000000000" pitchFamily="2" charset="2"/>
              <a:buChar char="§"/>
            </a:pPr>
            <a:endParaRPr lang="pl-PL" altLang="ko-KR" sz="1800" dirty="0">
              <a:solidFill>
                <a:srgbClr val="3B3838"/>
              </a:solidFill>
              <a:latin typeface="Arial" panose="020B0604020202020204" pitchFamily="34" charset="0"/>
              <a:cs typeface="Arial" panose="020B0604020202020204" pitchFamily="34" charset="0"/>
            </a:endParaRPr>
          </a:p>
        </p:txBody>
      </p:sp>
      <p:sp>
        <p:nvSpPr>
          <p:cNvPr id="41" name="Title Placeholder 3"/>
          <p:cNvSpPr>
            <a:spLocks noGrp="1"/>
          </p:cNvSpPr>
          <p:nvPr>
            <p:ph type="title"/>
          </p:nvPr>
        </p:nvSpPr>
        <p:spPr>
          <a:xfrm>
            <a:off x="2123728" y="365125"/>
            <a:ext cx="6563072" cy="615603"/>
          </a:xfrm>
          <a:prstGeom prst="rect">
            <a:avLst/>
          </a:prstGeom>
        </p:spPr>
        <p:txBody>
          <a:bodyPr vert="horz" lIns="91440" tIns="45720" rIns="91440" bIns="45720" rtlCol="0" anchor="ctr">
            <a:noAutofit/>
          </a:bodyPr>
          <a:lstStyle/>
          <a:p>
            <a:endParaRPr lang="pl-PL" dirty="0"/>
          </a:p>
        </p:txBody>
      </p:sp>
      <p:sp>
        <p:nvSpPr>
          <p:cNvPr id="43" name="Slide Number Placeholder 5"/>
          <p:cNvSpPr>
            <a:spLocks noGrp="1"/>
          </p:cNvSpPr>
          <p:nvPr>
            <p:ph type="sldNum" sz="quarter" idx="4"/>
          </p:nvPr>
        </p:nvSpPr>
        <p:spPr>
          <a:xfrm>
            <a:off x="7051104" y="6597352"/>
            <a:ext cx="2057400" cy="196132"/>
          </a:xfrm>
          <a:prstGeom prst="rect">
            <a:avLst/>
          </a:prstGeom>
        </p:spPr>
        <p:txBody>
          <a:bodyPr vert="horz" lIns="91440" tIns="45720" rIns="91440" bIns="45720" rtlCol="0" anchor="ctr"/>
          <a:lstStyle>
            <a:lvl1pPr algn="r">
              <a:defRPr sz="1200">
                <a:solidFill>
                  <a:schemeClr val="bg1"/>
                </a:solidFill>
              </a:defRPr>
            </a:lvl1pPr>
          </a:lstStyle>
          <a:p>
            <a:fld id="{42AF35AD-09C2-4EBD-8934-72FD947EF48F}" type="slidenum">
              <a:rPr lang="pl-PL" smtClean="0"/>
              <a:pPr/>
              <a:t>‹#›</a:t>
            </a:fld>
            <a:endParaRPr lang="pl-PL" dirty="0"/>
          </a:p>
        </p:txBody>
      </p:sp>
      <p:sp>
        <p:nvSpPr>
          <p:cNvPr id="10" name="내용 개체 틀 2"/>
          <p:cNvSpPr>
            <a:spLocks noGrp="1"/>
          </p:cNvSpPr>
          <p:nvPr>
            <p:ph idx="1" hasCustomPrompt="1"/>
          </p:nvPr>
        </p:nvSpPr>
        <p:spPr>
          <a:xfrm>
            <a:off x="457200" y="1935480"/>
            <a:ext cx="8229600" cy="4389120"/>
          </a:xfrm>
          <a:prstGeom prst="rect">
            <a:avLst/>
          </a:prstGeom>
        </p:spPr>
        <p:txBody>
          <a:bodyPr/>
          <a:lstStyle>
            <a:lvl1pPr eaLnBrk="1" latinLnBrk="0" hangingPunct="1">
              <a:spcAft>
                <a:spcPts val="600"/>
              </a:spcAft>
              <a:defRPr/>
            </a:lvl1pPr>
            <a:lvl2pPr marL="640080" indent="-246888" eaLnBrk="1" latinLnBrk="0" hangingPunct="1">
              <a:spcAft>
                <a:spcPts val="600"/>
              </a:spcAft>
              <a:buClr>
                <a:srgbClr val="374971"/>
              </a:buClr>
              <a:buFont typeface="Arial" panose="020B0604020202020204" pitchFamily="34" charset="0"/>
              <a:buChar char="−"/>
              <a:defRPr/>
            </a:lvl2pPr>
            <a:lvl3pPr marL="914400" indent="-246888" eaLnBrk="1" latinLnBrk="0" hangingPunct="1">
              <a:spcAft>
                <a:spcPts val="600"/>
              </a:spcAft>
              <a:buClr>
                <a:srgbClr val="374971"/>
              </a:buClr>
              <a:buFont typeface="Wingdings" panose="05000000000000000000" pitchFamily="2" charset="2"/>
              <a:buChar char="§"/>
              <a:defRPr/>
            </a:lvl3pPr>
            <a:lvl4pPr marL="1188720" indent="-210312" eaLnBrk="1" latinLnBrk="0" hangingPunct="1">
              <a:spcAft>
                <a:spcPts val="600"/>
              </a:spcAft>
              <a:buClr>
                <a:srgbClr val="374971"/>
              </a:buClr>
              <a:buFont typeface="Arial" panose="020B0604020202020204" pitchFamily="34" charset="0"/>
              <a:buChar char="−"/>
              <a:defRPr/>
            </a:lvl4pPr>
            <a:lvl5pPr marL="1463040" indent="-210312" eaLnBrk="1" latinLnBrk="0" hangingPunct="1">
              <a:spcAft>
                <a:spcPts val="600"/>
              </a:spcAft>
              <a:buClr>
                <a:srgbClr val="374971"/>
              </a:buClr>
              <a:buFont typeface="Wingdings" panose="05000000000000000000" pitchFamily="2" charset="2"/>
              <a:buChar char="§"/>
              <a:defRPr/>
            </a:lvl5pPr>
          </a:lstStyle>
          <a:p>
            <a:pPr lvl="0" eaLnBrk="1" latinLnBrk="0" hangingPunct="1"/>
            <a:r>
              <a:rPr lang="pl-PL" altLang="ko-KR" dirty="0"/>
              <a:t>Sample text</a:t>
            </a:r>
          </a:p>
          <a:p>
            <a:pPr lvl="1" eaLnBrk="1" latinLnBrk="0" hangingPunct="1"/>
            <a:r>
              <a:rPr lang="pl-PL" altLang="ko-KR" dirty="0"/>
              <a:t>Sample text</a:t>
            </a:r>
          </a:p>
          <a:p>
            <a:pPr lvl="2" eaLnBrk="1" latinLnBrk="0" hangingPunct="1"/>
            <a:r>
              <a:rPr lang="pl-PL" altLang="ko-KR" dirty="0"/>
              <a:t>Sample text</a:t>
            </a:r>
          </a:p>
          <a:p>
            <a:pPr lvl="3" eaLnBrk="1" latinLnBrk="0" hangingPunct="1"/>
            <a:r>
              <a:rPr lang="pl-PL" altLang="ko-KR" dirty="0"/>
              <a:t>Sample text</a:t>
            </a:r>
          </a:p>
          <a:p>
            <a:pPr lvl="4" eaLnBrk="1" latinLnBrk="0" hangingPunct="1"/>
            <a:r>
              <a:rPr lang="pl-PL" altLang="ko-KR" dirty="0"/>
              <a:t>Sample text</a:t>
            </a:r>
          </a:p>
        </p:txBody>
      </p:sp>
    </p:spTree>
    <p:extLst>
      <p:ext uri="{BB962C8B-B14F-4D97-AF65-F5344CB8AC3E}">
        <p14:creationId xmlns:p14="http://schemas.microsoft.com/office/powerpoint/2010/main" val="2252146549"/>
      </p:ext>
    </p:extLst>
  </p:cSld>
  <p:clrMapOvr>
    <a:overrideClrMapping bg1="lt1" tx1="dk1" bg2="lt2" tx2="dk2" accent1="accent1" accent2="accent2" accent3="accent3" accent4="accent4" accent5="accent5" accent6="accent6" hlink="hlink" folHlink="folHlink"/>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Language-Option">
    <p:bg>
      <p:bgRef idx="1001">
        <a:schemeClr val="bg1"/>
      </p:bgRef>
    </p:bg>
    <p:spTree>
      <p:nvGrpSpPr>
        <p:cNvPr id="1" name=""/>
        <p:cNvGrpSpPr/>
        <p:nvPr/>
      </p:nvGrpSpPr>
      <p:grpSpPr>
        <a:xfrm>
          <a:off x="0" y="0"/>
          <a:ext cx="0" cy="0"/>
          <a:chOff x="0" y="0"/>
          <a:chExt cx="0" cy="0"/>
        </a:xfrm>
      </p:grpSpPr>
      <p:sp>
        <p:nvSpPr>
          <p:cNvPr id="40" name="내용 개체 틀 2"/>
          <p:cNvSpPr txBox="1">
            <a:spLocks/>
          </p:cNvSpPr>
          <p:nvPr userDrawn="1"/>
        </p:nvSpPr>
        <p:spPr>
          <a:xfrm>
            <a:off x="457200" y="1848192"/>
            <a:ext cx="8229600" cy="4389120"/>
          </a:xfrm>
          <a:prstGeom prst="rect">
            <a:avLst/>
          </a:prstGeom>
        </p:spPr>
        <p:txBody>
          <a:bodyPr>
            <a:normAutofit/>
          </a:bodyPr>
          <a:lstStyle>
            <a:lvl1pPr marL="274320" indent="-274320" algn="l" rtl="0" eaLnBrk="1" latinLnBrk="1" hangingPunct="1">
              <a:spcBef>
                <a:spcPct val="20000"/>
              </a:spcBef>
              <a:buClr>
                <a:schemeClr val="accent3"/>
              </a:buClr>
              <a:buSzPct val="95000"/>
              <a:buFont typeface="Wingdings 2"/>
              <a:buChar char=""/>
              <a:defRPr kumimoji="0" sz="2600" kern="1200">
                <a:solidFill>
                  <a:schemeClr val="tx1"/>
                </a:solidFill>
                <a:latin typeface="+mn-lt"/>
                <a:ea typeface="+mn-ea"/>
                <a:cs typeface="+mn-cs"/>
              </a:defRPr>
            </a:lvl1pPr>
            <a:lvl2pPr marL="640080" indent="-246888" algn="l" rtl="0" eaLnBrk="1" latinLnBrk="1" hangingPunct="1">
              <a:spcBef>
                <a:spcPct val="20000"/>
              </a:spcBef>
              <a:buClr>
                <a:schemeClr val="accent1"/>
              </a:buClr>
              <a:buSzPct val="85000"/>
              <a:buFont typeface="Wingdings 2"/>
              <a:buChar char=""/>
              <a:defRPr kumimoji="0" sz="2400" kern="1200">
                <a:solidFill>
                  <a:schemeClr val="tx1"/>
                </a:solidFill>
                <a:latin typeface="+mn-lt"/>
                <a:ea typeface="+mn-ea"/>
                <a:cs typeface="+mn-cs"/>
              </a:defRPr>
            </a:lvl2pPr>
            <a:lvl3pPr marL="914400" indent="-246888" algn="l" rtl="0" eaLnBrk="1" latinLnBrk="1" hangingPunct="1">
              <a:spcBef>
                <a:spcPct val="20000"/>
              </a:spcBef>
              <a:buClr>
                <a:schemeClr val="accent2"/>
              </a:buClr>
              <a:buSzPct val="70000"/>
              <a:buFont typeface="Wingdings 2"/>
              <a:buChar char=""/>
              <a:defRPr kumimoji="0" sz="2100" kern="1200">
                <a:solidFill>
                  <a:schemeClr val="tx1"/>
                </a:solidFill>
                <a:latin typeface="+mn-lt"/>
                <a:ea typeface="+mn-ea"/>
                <a:cs typeface="+mn-cs"/>
              </a:defRPr>
            </a:lvl3pPr>
            <a:lvl4pPr marL="1188720" indent="-210312" algn="l" rtl="0" eaLnBrk="1" latinLnBrk="1" hangingPunct="1">
              <a:spcBef>
                <a:spcPct val="20000"/>
              </a:spcBef>
              <a:buClr>
                <a:schemeClr val="accent3"/>
              </a:buClr>
              <a:buSzPct val="65000"/>
              <a:buFont typeface="Wingdings 2"/>
              <a:buChar char=""/>
              <a:defRPr kumimoji="0" sz="1800" kern="1200">
                <a:solidFill>
                  <a:schemeClr val="tx1"/>
                </a:solidFill>
                <a:latin typeface="+mn-lt"/>
                <a:ea typeface="+mn-ea"/>
                <a:cs typeface="+mn-cs"/>
              </a:defRPr>
            </a:lvl4pPr>
            <a:lvl5pPr marL="1463040" indent="-210312" algn="l" rtl="0" eaLnBrk="1" latinLnBrk="1" hangingPunct="1">
              <a:spcBef>
                <a:spcPct val="20000"/>
              </a:spcBef>
              <a:buClr>
                <a:schemeClr val="accent4"/>
              </a:buClr>
              <a:buSzPct val="65000"/>
              <a:buFont typeface="Wingdings 2"/>
              <a:buChar char=""/>
              <a:defRPr kumimoji="0" sz="1600" kern="1200">
                <a:solidFill>
                  <a:schemeClr val="tx1"/>
                </a:solidFill>
                <a:latin typeface="+mn-lt"/>
                <a:ea typeface="+mn-ea"/>
                <a:cs typeface="+mn-cs"/>
              </a:defRPr>
            </a:lvl5pPr>
            <a:lvl6pPr marL="1737360" indent="-210312" algn="l" rtl="0" eaLnBrk="1" latinLnBrk="1" hangingPunct="1">
              <a:spcBef>
                <a:spcPct val="20000"/>
              </a:spcBef>
              <a:buClr>
                <a:schemeClr val="accent5"/>
              </a:buClr>
              <a:buSzPct val="80000"/>
              <a:buFont typeface="Wingdings 2"/>
              <a:buChar char=""/>
              <a:defRPr kumimoji="0" sz="1800" kern="1200">
                <a:solidFill>
                  <a:schemeClr val="tx1"/>
                </a:solidFill>
                <a:latin typeface="+mn-lt"/>
                <a:ea typeface="+mn-ea"/>
                <a:cs typeface="+mn-cs"/>
              </a:defRPr>
            </a:lvl6pPr>
            <a:lvl7pPr marL="1920240" indent="-182880" algn="l" rtl="0" eaLnBrk="1" latinLnBrk="1" hangingPunct="1">
              <a:spcBef>
                <a:spcPct val="20000"/>
              </a:spcBef>
              <a:buClr>
                <a:schemeClr val="accent6"/>
              </a:buClr>
              <a:buSzPct val="80000"/>
              <a:buFont typeface="Wingdings 2"/>
              <a:buChar char=""/>
              <a:defRPr kumimoji="0" sz="1600" kern="1200" baseline="0">
                <a:solidFill>
                  <a:schemeClr val="tx1"/>
                </a:solidFill>
                <a:latin typeface="+mn-lt"/>
                <a:ea typeface="+mn-ea"/>
                <a:cs typeface="+mn-cs"/>
              </a:defRPr>
            </a:lvl7pPr>
            <a:lvl8pPr marL="2194560" indent="-182880" algn="l" rtl="0" eaLnBrk="1" latinLnBrk="1" hangingPunct="1">
              <a:spcBef>
                <a:spcPct val="20000"/>
              </a:spcBef>
              <a:buClr>
                <a:schemeClr val="tx2"/>
              </a:buClr>
              <a:buChar char="•"/>
              <a:defRPr kumimoji="0" sz="1600" kern="1200">
                <a:solidFill>
                  <a:schemeClr val="tx1"/>
                </a:solidFill>
                <a:latin typeface="+mn-lt"/>
                <a:ea typeface="+mn-ea"/>
                <a:cs typeface="+mn-cs"/>
              </a:defRPr>
            </a:lvl8pPr>
            <a:lvl9pPr marL="2468880" indent="-182880" algn="l" rtl="0" eaLnBrk="1" latinLnBrk="1" hangingPunct="1">
              <a:spcBef>
                <a:spcPct val="20000"/>
              </a:spcBef>
              <a:buClr>
                <a:schemeClr val="tx2"/>
              </a:buClr>
              <a:buFontTx/>
              <a:buChar char="•"/>
              <a:defRPr kumimoji="0" sz="1400" kern="1200" baseline="0">
                <a:solidFill>
                  <a:schemeClr val="tx1"/>
                </a:solidFill>
                <a:latin typeface="+mn-lt"/>
                <a:ea typeface="+mn-ea"/>
                <a:cs typeface="+mn-cs"/>
              </a:defRPr>
            </a:lvl9pPr>
          </a:lstStyle>
          <a:p>
            <a:pPr>
              <a:buClr>
                <a:srgbClr val="374971"/>
              </a:buClr>
              <a:buFont typeface="Wingdings" panose="05000000000000000000" pitchFamily="2" charset="2"/>
              <a:buChar char="§"/>
            </a:pPr>
            <a:endParaRPr lang="pl-PL" altLang="ko-KR" sz="1800" dirty="0">
              <a:solidFill>
                <a:srgbClr val="3B3838"/>
              </a:solidFill>
              <a:latin typeface="Arial" panose="020B0604020202020204" pitchFamily="34" charset="0"/>
              <a:cs typeface="Arial" panose="020B0604020202020204" pitchFamily="34" charset="0"/>
            </a:endParaRPr>
          </a:p>
        </p:txBody>
      </p:sp>
      <p:sp>
        <p:nvSpPr>
          <p:cNvPr id="41" name="Title Placeholder 3"/>
          <p:cNvSpPr>
            <a:spLocks noGrp="1"/>
          </p:cNvSpPr>
          <p:nvPr>
            <p:ph type="title"/>
          </p:nvPr>
        </p:nvSpPr>
        <p:spPr>
          <a:xfrm>
            <a:off x="2123728" y="365125"/>
            <a:ext cx="6563072" cy="615603"/>
          </a:xfrm>
          <a:prstGeom prst="rect">
            <a:avLst/>
          </a:prstGeom>
        </p:spPr>
        <p:txBody>
          <a:bodyPr vert="horz" lIns="91440" tIns="45720" rIns="91440" bIns="45720" rtlCol="0" anchor="ctr">
            <a:noAutofit/>
          </a:bodyPr>
          <a:lstStyle/>
          <a:p>
            <a:endParaRPr lang="pl-PL" dirty="0"/>
          </a:p>
        </p:txBody>
      </p:sp>
      <p:sp>
        <p:nvSpPr>
          <p:cNvPr id="43" name="Slide Number Placeholder 5"/>
          <p:cNvSpPr>
            <a:spLocks noGrp="1"/>
          </p:cNvSpPr>
          <p:nvPr>
            <p:ph type="sldNum" sz="quarter" idx="4"/>
          </p:nvPr>
        </p:nvSpPr>
        <p:spPr>
          <a:xfrm>
            <a:off x="7051104" y="6597352"/>
            <a:ext cx="2057400" cy="196132"/>
          </a:xfrm>
          <a:prstGeom prst="rect">
            <a:avLst/>
          </a:prstGeom>
        </p:spPr>
        <p:txBody>
          <a:bodyPr vert="horz" lIns="91440" tIns="45720" rIns="91440" bIns="45720" rtlCol="0" anchor="ctr"/>
          <a:lstStyle>
            <a:lvl1pPr algn="r">
              <a:defRPr sz="1200">
                <a:solidFill>
                  <a:schemeClr val="bg1"/>
                </a:solidFill>
              </a:defRPr>
            </a:lvl1pPr>
          </a:lstStyle>
          <a:p>
            <a:fld id="{42AF35AD-09C2-4EBD-8934-72FD947EF48F}" type="slidenum">
              <a:rPr lang="pl-PL" smtClean="0"/>
              <a:pPr/>
              <a:t>‹#›</a:t>
            </a:fld>
            <a:endParaRPr lang="pl-PL" dirty="0"/>
          </a:p>
        </p:txBody>
      </p:sp>
      <p:sp>
        <p:nvSpPr>
          <p:cNvPr id="7" name="내용 개체 틀 2"/>
          <p:cNvSpPr>
            <a:spLocks noGrp="1"/>
          </p:cNvSpPr>
          <p:nvPr>
            <p:ph idx="1" hasCustomPrompt="1"/>
          </p:nvPr>
        </p:nvSpPr>
        <p:spPr>
          <a:xfrm>
            <a:off x="457200" y="1935480"/>
            <a:ext cx="8229600" cy="4389120"/>
          </a:xfrm>
          <a:prstGeom prst="rect">
            <a:avLst/>
          </a:prstGeom>
        </p:spPr>
        <p:txBody>
          <a:bodyPr/>
          <a:lstStyle>
            <a:lvl1pPr eaLnBrk="1" latinLnBrk="0" hangingPunct="1">
              <a:spcAft>
                <a:spcPts val="600"/>
              </a:spcAft>
              <a:defRPr/>
            </a:lvl1pPr>
            <a:lvl2pPr marL="640080" indent="-246888" eaLnBrk="1" latinLnBrk="0" hangingPunct="1">
              <a:spcAft>
                <a:spcPts val="600"/>
              </a:spcAft>
              <a:buClr>
                <a:srgbClr val="374971"/>
              </a:buClr>
              <a:buFont typeface="Arial" panose="020B0604020202020204" pitchFamily="34" charset="0"/>
              <a:buChar char="−"/>
              <a:defRPr/>
            </a:lvl2pPr>
            <a:lvl3pPr marL="914400" indent="-246888" eaLnBrk="1" latinLnBrk="0" hangingPunct="1">
              <a:spcAft>
                <a:spcPts val="600"/>
              </a:spcAft>
              <a:buClr>
                <a:srgbClr val="374971"/>
              </a:buClr>
              <a:buFont typeface="Wingdings" panose="05000000000000000000" pitchFamily="2" charset="2"/>
              <a:buChar char="§"/>
              <a:defRPr/>
            </a:lvl3pPr>
            <a:lvl4pPr marL="1188720" indent="-210312" eaLnBrk="1" latinLnBrk="0" hangingPunct="1">
              <a:spcAft>
                <a:spcPts val="600"/>
              </a:spcAft>
              <a:buClr>
                <a:srgbClr val="374971"/>
              </a:buClr>
              <a:buFont typeface="Arial" panose="020B0604020202020204" pitchFamily="34" charset="0"/>
              <a:buChar char="−"/>
              <a:defRPr/>
            </a:lvl4pPr>
            <a:lvl5pPr marL="1463040" indent="-210312" eaLnBrk="1" latinLnBrk="0" hangingPunct="1">
              <a:spcAft>
                <a:spcPts val="600"/>
              </a:spcAft>
              <a:buClr>
                <a:srgbClr val="374971"/>
              </a:buClr>
              <a:buFont typeface="Wingdings" panose="05000000000000000000" pitchFamily="2" charset="2"/>
              <a:buChar char="§"/>
              <a:defRPr/>
            </a:lvl5pPr>
          </a:lstStyle>
          <a:p>
            <a:pPr lvl="0" eaLnBrk="1" latinLnBrk="0" hangingPunct="1"/>
            <a:r>
              <a:rPr lang="pl-PL" altLang="ko-KR" dirty="0"/>
              <a:t>Sample text</a:t>
            </a:r>
          </a:p>
          <a:p>
            <a:pPr lvl="1" eaLnBrk="1" latinLnBrk="0" hangingPunct="1"/>
            <a:r>
              <a:rPr lang="pl-PL" altLang="ko-KR" dirty="0"/>
              <a:t>Sample text</a:t>
            </a:r>
          </a:p>
          <a:p>
            <a:pPr lvl="2" eaLnBrk="1" latinLnBrk="0" hangingPunct="1"/>
            <a:r>
              <a:rPr lang="pl-PL" altLang="ko-KR" dirty="0"/>
              <a:t>Sample text</a:t>
            </a:r>
          </a:p>
          <a:p>
            <a:pPr lvl="3" eaLnBrk="1" latinLnBrk="0" hangingPunct="1"/>
            <a:r>
              <a:rPr lang="pl-PL" altLang="ko-KR" dirty="0"/>
              <a:t>Sample text</a:t>
            </a:r>
          </a:p>
          <a:p>
            <a:pPr lvl="4" eaLnBrk="1" latinLnBrk="0" hangingPunct="1"/>
            <a:r>
              <a:rPr lang="pl-PL" altLang="ko-KR" dirty="0"/>
              <a:t>Sample text</a:t>
            </a:r>
          </a:p>
        </p:txBody>
      </p:sp>
    </p:spTree>
    <p:extLst>
      <p:ext uri="{BB962C8B-B14F-4D97-AF65-F5344CB8AC3E}">
        <p14:creationId xmlns:p14="http://schemas.microsoft.com/office/powerpoint/2010/main" val="2385220514"/>
      </p:ext>
    </p:extLst>
  </p:cSld>
  <p:clrMapOvr>
    <a:overrideClrMapping bg1="lt1" tx1="dk1" bg2="lt2" tx2="dk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Remote-Key-map">
    <p:bg>
      <p:bgRef idx="1001">
        <a:schemeClr val="bg1"/>
      </p:bgRef>
    </p:bg>
    <p:spTree>
      <p:nvGrpSpPr>
        <p:cNvPr id="1" name=""/>
        <p:cNvGrpSpPr/>
        <p:nvPr/>
      </p:nvGrpSpPr>
      <p:grpSpPr>
        <a:xfrm>
          <a:off x="0" y="0"/>
          <a:ext cx="0" cy="0"/>
          <a:chOff x="0" y="0"/>
          <a:chExt cx="0" cy="0"/>
        </a:xfrm>
      </p:grpSpPr>
      <p:sp>
        <p:nvSpPr>
          <p:cNvPr id="40" name="내용 개체 틀 2"/>
          <p:cNvSpPr txBox="1">
            <a:spLocks/>
          </p:cNvSpPr>
          <p:nvPr userDrawn="1"/>
        </p:nvSpPr>
        <p:spPr>
          <a:xfrm>
            <a:off x="457200" y="1848192"/>
            <a:ext cx="8229600" cy="4389120"/>
          </a:xfrm>
          <a:prstGeom prst="rect">
            <a:avLst/>
          </a:prstGeom>
        </p:spPr>
        <p:txBody>
          <a:bodyPr>
            <a:normAutofit/>
          </a:bodyPr>
          <a:lstStyle>
            <a:lvl1pPr marL="274320" indent="-274320" algn="l" rtl="0" eaLnBrk="1" latinLnBrk="1" hangingPunct="1">
              <a:spcBef>
                <a:spcPct val="20000"/>
              </a:spcBef>
              <a:buClr>
                <a:schemeClr val="accent3"/>
              </a:buClr>
              <a:buSzPct val="95000"/>
              <a:buFont typeface="Wingdings 2"/>
              <a:buChar char=""/>
              <a:defRPr kumimoji="0" sz="2600" kern="1200">
                <a:solidFill>
                  <a:schemeClr val="tx1"/>
                </a:solidFill>
                <a:latin typeface="+mn-lt"/>
                <a:ea typeface="+mn-ea"/>
                <a:cs typeface="+mn-cs"/>
              </a:defRPr>
            </a:lvl1pPr>
            <a:lvl2pPr marL="640080" indent="-246888" algn="l" rtl="0" eaLnBrk="1" latinLnBrk="1" hangingPunct="1">
              <a:spcBef>
                <a:spcPct val="20000"/>
              </a:spcBef>
              <a:buClr>
                <a:schemeClr val="accent1"/>
              </a:buClr>
              <a:buSzPct val="85000"/>
              <a:buFont typeface="Wingdings 2"/>
              <a:buChar char=""/>
              <a:defRPr kumimoji="0" sz="2400" kern="1200">
                <a:solidFill>
                  <a:schemeClr val="tx1"/>
                </a:solidFill>
                <a:latin typeface="+mn-lt"/>
                <a:ea typeface="+mn-ea"/>
                <a:cs typeface="+mn-cs"/>
              </a:defRPr>
            </a:lvl2pPr>
            <a:lvl3pPr marL="914400" indent="-246888" algn="l" rtl="0" eaLnBrk="1" latinLnBrk="1" hangingPunct="1">
              <a:spcBef>
                <a:spcPct val="20000"/>
              </a:spcBef>
              <a:buClr>
                <a:schemeClr val="accent2"/>
              </a:buClr>
              <a:buSzPct val="70000"/>
              <a:buFont typeface="Wingdings 2"/>
              <a:buChar char=""/>
              <a:defRPr kumimoji="0" sz="2100" kern="1200">
                <a:solidFill>
                  <a:schemeClr val="tx1"/>
                </a:solidFill>
                <a:latin typeface="+mn-lt"/>
                <a:ea typeface="+mn-ea"/>
                <a:cs typeface="+mn-cs"/>
              </a:defRPr>
            </a:lvl3pPr>
            <a:lvl4pPr marL="1188720" indent="-210312" algn="l" rtl="0" eaLnBrk="1" latinLnBrk="1" hangingPunct="1">
              <a:spcBef>
                <a:spcPct val="20000"/>
              </a:spcBef>
              <a:buClr>
                <a:schemeClr val="accent3"/>
              </a:buClr>
              <a:buSzPct val="65000"/>
              <a:buFont typeface="Wingdings 2"/>
              <a:buChar char=""/>
              <a:defRPr kumimoji="0" sz="1800" kern="1200">
                <a:solidFill>
                  <a:schemeClr val="tx1"/>
                </a:solidFill>
                <a:latin typeface="+mn-lt"/>
                <a:ea typeface="+mn-ea"/>
                <a:cs typeface="+mn-cs"/>
              </a:defRPr>
            </a:lvl4pPr>
            <a:lvl5pPr marL="1463040" indent="-210312" algn="l" rtl="0" eaLnBrk="1" latinLnBrk="1" hangingPunct="1">
              <a:spcBef>
                <a:spcPct val="20000"/>
              </a:spcBef>
              <a:buClr>
                <a:schemeClr val="accent4"/>
              </a:buClr>
              <a:buSzPct val="65000"/>
              <a:buFont typeface="Wingdings 2"/>
              <a:buChar char=""/>
              <a:defRPr kumimoji="0" sz="1600" kern="1200">
                <a:solidFill>
                  <a:schemeClr val="tx1"/>
                </a:solidFill>
                <a:latin typeface="+mn-lt"/>
                <a:ea typeface="+mn-ea"/>
                <a:cs typeface="+mn-cs"/>
              </a:defRPr>
            </a:lvl5pPr>
            <a:lvl6pPr marL="1737360" indent="-210312" algn="l" rtl="0" eaLnBrk="1" latinLnBrk="1" hangingPunct="1">
              <a:spcBef>
                <a:spcPct val="20000"/>
              </a:spcBef>
              <a:buClr>
                <a:schemeClr val="accent5"/>
              </a:buClr>
              <a:buSzPct val="80000"/>
              <a:buFont typeface="Wingdings 2"/>
              <a:buChar char=""/>
              <a:defRPr kumimoji="0" sz="1800" kern="1200">
                <a:solidFill>
                  <a:schemeClr val="tx1"/>
                </a:solidFill>
                <a:latin typeface="+mn-lt"/>
                <a:ea typeface="+mn-ea"/>
                <a:cs typeface="+mn-cs"/>
              </a:defRPr>
            </a:lvl6pPr>
            <a:lvl7pPr marL="1920240" indent="-182880" algn="l" rtl="0" eaLnBrk="1" latinLnBrk="1" hangingPunct="1">
              <a:spcBef>
                <a:spcPct val="20000"/>
              </a:spcBef>
              <a:buClr>
                <a:schemeClr val="accent6"/>
              </a:buClr>
              <a:buSzPct val="80000"/>
              <a:buFont typeface="Wingdings 2"/>
              <a:buChar char=""/>
              <a:defRPr kumimoji="0" sz="1600" kern="1200" baseline="0">
                <a:solidFill>
                  <a:schemeClr val="tx1"/>
                </a:solidFill>
                <a:latin typeface="+mn-lt"/>
                <a:ea typeface="+mn-ea"/>
                <a:cs typeface="+mn-cs"/>
              </a:defRPr>
            </a:lvl7pPr>
            <a:lvl8pPr marL="2194560" indent="-182880" algn="l" rtl="0" eaLnBrk="1" latinLnBrk="1" hangingPunct="1">
              <a:spcBef>
                <a:spcPct val="20000"/>
              </a:spcBef>
              <a:buClr>
                <a:schemeClr val="tx2"/>
              </a:buClr>
              <a:buChar char="•"/>
              <a:defRPr kumimoji="0" sz="1600" kern="1200">
                <a:solidFill>
                  <a:schemeClr val="tx1"/>
                </a:solidFill>
                <a:latin typeface="+mn-lt"/>
                <a:ea typeface="+mn-ea"/>
                <a:cs typeface="+mn-cs"/>
              </a:defRPr>
            </a:lvl8pPr>
            <a:lvl9pPr marL="2468880" indent="-182880" algn="l" rtl="0" eaLnBrk="1" latinLnBrk="1" hangingPunct="1">
              <a:spcBef>
                <a:spcPct val="20000"/>
              </a:spcBef>
              <a:buClr>
                <a:schemeClr val="tx2"/>
              </a:buClr>
              <a:buFontTx/>
              <a:buChar char="•"/>
              <a:defRPr kumimoji="0" sz="1400" kern="1200" baseline="0">
                <a:solidFill>
                  <a:schemeClr val="tx1"/>
                </a:solidFill>
                <a:latin typeface="+mn-lt"/>
                <a:ea typeface="+mn-ea"/>
                <a:cs typeface="+mn-cs"/>
              </a:defRPr>
            </a:lvl9pPr>
          </a:lstStyle>
          <a:p>
            <a:pPr>
              <a:buClr>
                <a:srgbClr val="374971"/>
              </a:buClr>
              <a:buFont typeface="Wingdings" panose="05000000000000000000" pitchFamily="2" charset="2"/>
              <a:buChar char="§"/>
            </a:pPr>
            <a:endParaRPr lang="pl-PL" altLang="ko-KR" sz="1800" dirty="0">
              <a:solidFill>
                <a:srgbClr val="3B3838"/>
              </a:solidFill>
              <a:latin typeface="Arial" panose="020B0604020202020204" pitchFamily="34" charset="0"/>
              <a:cs typeface="Arial" panose="020B0604020202020204" pitchFamily="34" charset="0"/>
            </a:endParaRPr>
          </a:p>
        </p:txBody>
      </p:sp>
      <p:sp>
        <p:nvSpPr>
          <p:cNvPr id="41" name="Title Placeholder 3"/>
          <p:cNvSpPr>
            <a:spLocks noGrp="1"/>
          </p:cNvSpPr>
          <p:nvPr>
            <p:ph type="title"/>
          </p:nvPr>
        </p:nvSpPr>
        <p:spPr>
          <a:xfrm>
            <a:off x="2123728" y="365125"/>
            <a:ext cx="6563072" cy="615603"/>
          </a:xfrm>
          <a:prstGeom prst="rect">
            <a:avLst/>
          </a:prstGeom>
        </p:spPr>
        <p:txBody>
          <a:bodyPr vert="horz" lIns="91440" tIns="45720" rIns="91440" bIns="45720" rtlCol="0" anchor="ctr">
            <a:noAutofit/>
          </a:bodyPr>
          <a:lstStyle/>
          <a:p>
            <a:endParaRPr lang="pl-PL" dirty="0"/>
          </a:p>
        </p:txBody>
      </p:sp>
      <p:sp>
        <p:nvSpPr>
          <p:cNvPr id="43" name="Slide Number Placeholder 5"/>
          <p:cNvSpPr>
            <a:spLocks noGrp="1"/>
          </p:cNvSpPr>
          <p:nvPr>
            <p:ph type="sldNum" sz="quarter" idx="4"/>
          </p:nvPr>
        </p:nvSpPr>
        <p:spPr>
          <a:xfrm>
            <a:off x="7051104" y="6597352"/>
            <a:ext cx="2057400" cy="196132"/>
          </a:xfrm>
          <a:prstGeom prst="rect">
            <a:avLst/>
          </a:prstGeom>
        </p:spPr>
        <p:txBody>
          <a:bodyPr vert="horz" lIns="91440" tIns="45720" rIns="91440" bIns="45720" rtlCol="0" anchor="ctr"/>
          <a:lstStyle>
            <a:lvl1pPr algn="r">
              <a:defRPr sz="1200">
                <a:solidFill>
                  <a:schemeClr val="bg1"/>
                </a:solidFill>
              </a:defRPr>
            </a:lvl1pPr>
          </a:lstStyle>
          <a:p>
            <a:fld id="{42AF35AD-09C2-4EBD-8934-72FD947EF48F}" type="slidenum">
              <a:rPr lang="pl-PL" smtClean="0"/>
              <a:pPr/>
              <a:t>‹#›</a:t>
            </a:fld>
            <a:endParaRPr lang="pl-PL" dirty="0"/>
          </a:p>
        </p:txBody>
      </p:sp>
      <p:sp>
        <p:nvSpPr>
          <p:cNvPr id="7" name="내용 개체 틀 2"/>
          <p:cNvSpPr>
            <a:spLocks noGrp="1"/>
          </p:cNvSpPr>
          <p:nvPr>
            <p:ph idx="1" hasCustomPrompt="1"/>
          </p:nvPr>
        </p:nvSpPr>
        <p:spPr>
          <a:xfrm>
            <a:off x="457200" y="1935480"/>
            <a:ext cx="8229600" cy="4389120"/>
          </a:xfrm>
          <a:prstGeom prst="rect">
            <a:avLst/>
          </a:prstGeom>
        </p:spPr>
        <p:txBody>
          <a:bodyPr/>
          <a:lstStyle>
            <a:lvl1pPr eaLnBrk="1" latinLnBrk="0" hangingPunct="1">
              <a:spcAft>
                <a:spcPts val="600"/>
              </a:spcAft>
              <a:defRPr/>
            </a:lvl1pPr>
            <a:lvl2pPr marL="640080" indent="-246888" eaLnBrk="1" latinLnBrk="0" hangingPunct="1">
              <a:spcAft>
                <a:spcPts val="600"/>
              </a:spcAft>
              <a:buClr>
                <a:srgbClr val="374971"/>
              </a:buClr>
              <a:buFont typeface="Arial" panose="020B0604020202020204" pitchFamily="34" charset="0"/>
              <a:buChar char="−"/>
              <a:defRPr/>
            </a:lvl2pPr>
            <a:lvl3pPr marL="914400" indent="-246888" eaLnBrk="1" latinLnBrk="0" hangingPunct="1">
              <a:spcAft>
                <a:spcPts val="600"/>
              </a:spcAft>
              <a:buClr>
                <a:srgbClr val="374971"/>
              </a:buClr>
              <a:buFont typeface="Wingdings" panose="05000000000000000000" pitchFamily="2" charset="2"/>
              <a:buChar char="§"/>
              <a:defRPr/>
            </a:lvl3pPr>
            <a:lvl4pPr marL="1188720" indent="-210312" eaLnBrk="1" latinLnBrk="0" hangingPunct="1">
              <a:spcAft>
                <a:spcPts val="600"/>
              </a:spcAft>
              <a:buClr>
                <a:srgbClr val="374971"/>
              </a:buClr>
              <a:buFont typeface="Arial" panose="020B0604020202020204" pitchFamily="34" charset="0"/>
              <a:buChar char="−"/>
              <a:defRPr/>
            </a:lvl4pPr>
            <a:lvl5pPr marL="1463040" indent="-210312" eaLnBrk="1" latinLnBrk="0" hangingPunct="1">
              <a:spcAft>
                <a:spcPts val="600"/>
              </a:spcAft>
              <a:buClr>
                <a:srgbClr val="374971"/>
              </a:buClr>
              <a:buFont typeface="Wingdings" panose="05000000000000000000" pitchFamily="2" charset="2"/>
              <a:buChar char="§"/>
              <a:defRPr/>
            </a:lvl5pPr>
          </a:lstStyle>
          <a:p>
            <a:pPr lvl="0" eaLnBrk="1" latinLnBrk="0" hangingPunct="1"/>
            <a:r>
              <a:rPr lang="pl-PL" altLang="ko-KR" dirty="0"/>
              <a:t>Sample text</a:t>
            </a:r>
          </a:p>
          <a:p>
            <a:pPr lvl="1" eaLnBrk="1" latinLnBrk="0" hangingPunct="1"/>
            <a:r>
              <a:rPr lang="pl-PL" altLang="ko-KR" dirty="0"/>
              <a:t>Sample text</a:t>
            </a:r>
          </a:p>
          <a:p>
            <a:pPr lvl="2" eaLnBrk="1" latinLnBrk="0" hangingPunct="1"/>
            <a:r>
              <a:rPr lang="pl-PL" altLang="ko-KR" dirty="0"/>
              <a:t>Sample text</a:t>
            </a:r>
          </a:p>
          <a:p>
            <a:pPr lvl="3" eaLnBrk="1" latinLnBrk="0" hangingPunct="1"/>
            <a:r>
              <a:rPr lang="pl-PL" altLang="ko-KR" dirty="0"/>
              <a:t>Sample text</a:t>
            </a:r>
          </a:p>
          <a:p>
            <a:pPr lvl="4" eaLnBrk="1" latinLnBrk="0" hangingPunct="1"/>
            <a:r>
              <a:rPr lang="pl-PL" altLang="ko-KR" dirty="0"/>
              <a:t>Sample text</a:t>
            </a:r>
          </a:p>
        </p:txBody>
      </p:sp>
    </p:spTree>
    <p:extLst>
      <p:ext uri="{BB962C8B-B14F-4D97-AF65-F5344CB8AC3E}">
        <p14:creationId xmlns:p14="http://schemas.microsoft.com/office/powerpoint/2010/main" val="3274597450"/>
      </p:ext>
    </p:extLst>
  </p:cSld>
  <p:clrMapOvr>
    <a:overrideClrMapping bg1="lt1" tx1="dk1" bg2="lt2" tx2="dk2" accent1="accent1" accent2="accent2" accent3="accent3" accent4="accent4" accent5="accent5" accent6="accent6" hlink="hlink" folHlink="folHlink"/>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제목 및 내용">
    <p:bg>
      <p:bgRef idx="1001">
        <a:schemeClr val="bg1"/>
      </p:bgRef>
    </p:bg>
    <p:spTree>
      <p:nvGrpSpPr>
        <p:cNvPr id="1" name=""/>
        <p:cNvGrpSpPr/>
        <p:nvPr/>
      </p:nvGrpSpPr>
      <p:grpSpPr>
        <a:xfrm>
          <a:off x="0" y="0"/>
          <a:ext cx="0" cy="0"/>
          <a:chOff x="0" y="0"/>
          <a:chExt cx="0" cy="0"/>
        </a:xfrm>
      </p:grpSpPr>
      <p:cxnSp>
        <p:nvCxnSpPr>
          <p:cNvPr id="39" name="Straight Connector 38"/>
          <p:cNvCxnSpPr/>
          <p:nvPr userDrawn="1"/>
        </p:nvCxnSpPr>
        <p:spPr>
          <a:xfrm>
            <a:off x="457200" y="980728"/>
            <a:ext cx="8229600" cy="0"/>
          </a:xfrm>
          <a:prstGeom prst="line">
            <a:avLst/>
          </a:prstGeom>
          <a:ln w="12700"/>
        </p:spPr>
        <p:style>
          <a:lnRef idx="1">
            <a:schemeClr val="accent1"/>
          </a:lnRef>
          <a:fillRef idx="0">
            <a:schemeClr val="accent1"/>
          </a:fillRef>
          <a:effectRef idx="0">
            <a:schemeClr val="accent1"/>
          </a:effectRef>
          <a:fontRef idx="minor">
            <a:schemeClr val="tx1"/>
          </a:fontRef>
        </p:style>
      </p:cxnSp>
      <p:sp>
        <p:nvSpPr>
          <p:cNvPr id="40" name="내용 개체 틀 2"/>
          <p:cNvSpPr txBox="1">
            <a:spLocks/>
          </p:cNvSpPr>
          <p:nvPr userDrawn="1"/>
        </p:nvSpPr>
        <p:spPr>
          <a:xfrm>
            <a:off x="457200" y="1848192"/>
            <a:ext cx="8229600" cy="4389120"/>
          </a:xfrm>
          <a:prstGeom prst="rect">
            <a:avLst/>
          </a:prstGeom>
        </p:spPr>
        <p:txBody>
          <a:bodyPr>
            <a:normAutofit/>
          </a:bodyPr>
          <a:lstStyle>
            <a:lvl1pPr marL="274320" indent="-274320" algn="l" rtl="0" eaLnBrk="1" latinLnBrk="1" hangingPunct="1">
              <a:spcBef>
                <a:spcPct val="20000"/>
              </a:spcBef>
              <a:buClr>
                <a:schemeClr val="accent3"/>
              </a:buClr>
              <a:buSzPct val="95000"/>
              <a:buFont typeface="Wingdings 2"/>
              <a:buChar char=""/>
              <a:defRPr kumimoji="0" sz="2600" kern="1200">
                <a:solidFill>
                  <a:schemeClr val="tx1"/>
                </a:solidFill>
                <a:latin typeface="+mn-lt"/>
                <a:ea typeface="+mn-ea"/>
                <a:cs typeface="+mn-cs"/>
              </a:defRPr>
            </a:lvl1pPr>
            <a:lvl2pPr marL="640080" indent="-246888" algn="l" rtl="0" eaLnBrk="1" latinLnBrk="1" hangingPunct="1">
              <a:spcBef>
                <a:spcPct val="20000"/>
              </a:spcBef>
              <a:buClr>
                <a:schemeClr val="accent1"/>
              </a:buClr>
              <a:buSzPct val="85000"/>
              <a:buFont typeface="Wingdings 2"/>
              <a:buChar char=""/>
              <a:defRPr kumimoji="0" sz="2400" kern="1200">
                <a:solidFill>
                  <a:schemeClr val="tx1"/>
                </a:solidFill>
                <a:latin typeface="+mn-lt"/>
                <a:ea typeface="+mn-ea"/>
                <a:cs typeface="+mn-cs"/>
              </a:defRPr>
            </a:lvl2pPr>
            <a:lvl3pPr marL="914400" indent="-246888" algn="l" rtl="0" eaLnBrk="1" latinLnBrk="1" hangingPunct="1">
              <a:spcBef>
                <a:spcPct val="20000"/>
              </a:spcBef>
              <a:buClr>
                <a:schemeClr val="accent2"/>
              </a:buClr>
              <a:buSzPct val="70000"/>
              <a:buFont typeface="Wingdings 2"/>
              <a:buChar char=""/>
              <a:defRPr kumimoji="0" sz="2100" kern="1200">
                <a:solidFill>
                  <a:schemeClr val="tx1"/>
                </a:solidFill>
                <a:latin typeface="+mn-lt"/>
                <a:ea typeface="+mn-ea"/>
                <a:cs typeface="+mn-cs"/>
              </a:defRPr>
            </a:lvl3pPr>
            <a:lvl4pPr marL="1188720" indent="-210312" algn="l" rtl="0" eaLnBrk="1" latinLnBrk="1" hangingPunct="1">
              <a:spcBef>
                <a:spcPct val="20000"/>
              </a:spcBef>
              <a:buClr>
                <a:schemeClr val="accent3"/>
              </a:buClr>
              <a:buSzPct val="65000"/>
              <a:buFont typeface="Wingdings 2"/>
              <a:buChar char=""/>
              <a:defRPr kumimoji="0" sz="1800" kern="1200">
                <a:solidFill>
                  <a:schemeClr val="tx1"/>
                </a:solidFill>
                <a:latin typeface="+mn-lt"/>
                <a:ea typeface="+mn-ea"/>
                <a:cs typeface="+mn-cs"/>
              </a:defRPr>
            </a:lvl4pPr>
            <a:lvl5pPr marL="1463040" indent="-210312" algn="l" rtl="0" eaLnBrk="1" latinLnBrk="1" hangingPunct="1">
              <a:spcBef>
                <a:spcPct val="20000"/>
              </a:spcBef>
              <a:buClr>
                <a:schemeClr val="accent4"/>
              </a:buClr>
              <a:buSzPct val="65000"/>
              <a:buFont typeface="Wingdings 2"/>
              <a:buChar char=""/>
              <a:defRPr kumimoji="0" sz="1600" kern="1200">
                <a:solidFill>
                  <a:schemeClr val="tx1"/>
                </a:solidFill>
                <a:latin typeface="+mn-lt"/>
                <a:ea typeface="+mn-ea"/>
                <a:cs typeface="+mn-cs"/>
              </a:defRPr>
            </a:lvl5pPr>
            <a:lvl6pPr marL="1737360" indent="-210312" algn="l" rtl="0" eaLnBrk="1" latinLnBrk="1" hangingPunct="1">
              <a:spcBef>
                <a:spcPct val="20000"/>
              </a:spcBef>
              <a:buClr>
                <a:schemeClr val="accent5"/>
              </a:buClr>
              <a:buSzPct val="80000"/>
              <a:buFont typeface="Wingdings 2"/>
              <a:buChar char=""/>
              <a:defRPr kumimoji="0" sz="1800" kern="1200">
                <a:solidFill>
                  <a:schemeClr val="tx1"/>
                </a:solidFill>
                <a:latin typeface="+mn-lt"/>
                <a:ea typeface="+mn-ea"/>
                <a:cs typeface="+mn-cs"/>
              </a:defRPr>
            </a:lvl6pPr>
            <a:lvl7pPr marL="1920240" indent="-182880" algn="l" rtl="0" eaLnBrk="1" latinLnBrk="1" hangingPunct="1">
              <a:spcBef>
                <a:spcPct val="20000"/>
              </a:spcBef>
              <a:buClr>
                <a:schemeClr val="accent6"/>
              </a:buClr>
              <a:buSzPct val="80000"/>
              <a:buFont typeface="Wingdings 2"/>
              <a:buChar char=""/>
              <a:defRPr kumimoji="0" sz="1600" kern="1200" baseline="0">
                <a:solidFill>
                  <a:schemeClr val="tx1"/>
                </a:solidFill>
                <a:latin typeface="+mn-lt"/>
                <a:ea typeface="+mn-ea"/>
                <a:cs typeface="+mn-cs"/>
              </a:defRPr>
            </a:lvl7pPr>
            <a:lvl8pPr marL="2194560" indent="-182880" algn="l" rtl="0" eaLnBrk="1" latinLnBrk="1" hangingPunct="1">
              <a:spcBef>
                <a:spcPct val="20000"/>
              </a:spcBef>
              <a:buClr>
                <a:schemeClr val="tx2"/>
              </a:buClr>
              <a:buChar char="•"/>
              <a:defRPr kumimoji="0" sz="1600" kern="1200">
                <a:solidFill>
                  <a:schemeClr val="tx1"/>
                </a:solidFill>
                <a:latin typeface="+mn-lt"/>
                <a:ea typeface="+mn-ea"/>
                <a:cs typeface="+mn-cs"/>
              </a:defRPr>
            </a:lvl8pPr>
            <a:lvl9pPr marL="2468880" indent="-182880" algn="l" rtl="0" eaLnBrk="1" latinLnBrk="1" hangingPunct="1">
              <a:spcBef>
                <a:spcPct val="20000"/>
              </a:spcBef>
              <a:buClr>
                <a:schemeClr val="tx2"/>
              </a:buClr>
              <a:buFontTx/>
              <a:buChar char="•"/>
              <a:defRPr kumimoji="0" sz="1400" kern="1200" baseline="0">
                <a:solidFill>
                  <a:schemeClr val="tx1"/>
                </a:solidFill>
                <a:latin typeface="+mn-lt"/>
                <a:ea typeface="+mn-ea"/>
                <a:cs typeface="+mn-cs"/>
              </a:defRPr>
            </a:lvl9pPr>
          </a:lstStyle>
          <a:p>
            <a:pPr>
              <a:buClr>
                <a:srgbClr val="374971"/>
              </a:buClr>
              <a:buFont typeface="Wingdings" panose="05000000000000000000" pitchFamily="2" charset="2"/>
              <a:buChar char="§"/>
            </a:pPr>
            <a:endParaRPr lang="pl-PL" altLang="ko-KR" sz="1800" dirty="0">
              <a:solidFill>
                <a:srgbClr val="3B3838"/>
              </a:solidFill>
              <a:latin typeface="Arial" panose="020B0604020202020204" pitchFamily="34" charset="0"/>
              <a:cs typeface="Arial" panose="020B0604020202020204" pitchFamily="34" charset="0"/>
            </a:endParaRPr>
          </a:p>
        </p:txBody>
      </p:sp>
      <p:sp>
        <p:nvSpPr>
          <p:cNvPr id="41" name="Title Placeholder 3"/>
          <p:cNvSpPr>
            <a:spLocks noGrp="1"/>
          </p:cNvSpPr>
          <p:nvPr>
            <p:ph type="title"/>
          </p:nvPr>
        </p:nvSpPr>
        <p:spPr>
          <a:xfrm>
            <a:off x="457200" y="365125"/>
            <a:ext cx="8229600" cy="615603"/>
          </a:xfrm>
          <a:prstGeom prst="rect">
            <a:avLst/>
          </a:prstGeom>
        </p:spPr>
        <p:txBody>
          <a:bodyPr vert="horz" lIns="91440" tIns="45720" rIns="91440" bIns="45720" rtlCol="0" anchor="ctr">
            <a:noAutofit/>
          </a:bodyPr>
          <a:lstStyle/>
          <a:p>
            <a:r>
              <a:rPr lang="en-US" dirty="0"/>
              <a:t>Click to edit Master title style</a:t>
            </a:r>
            <a:endParaRPr lang="pl-PL" dirty="0"/>
          </a:p>
        </p:txBody>
      </p:sp>
      <p:sp>
        <p:nvSpPr>
          <p:cNvPr id="43" name="Slide Number Placeholder 5"/>
          <p:cNvSpPr>
            <a:spLocks noGrp="1"/>
          </p:cNvSpPr>
          <p:nvPr>
            <p:ph type="sldNum" sz="quarter" idx="4"/>
          </p:nvPr>
        </p:nvSpPr>
        <p:spPr>
          <a:xfrm>
            <a:off x="7051104" y="6597352"/>
            <a:ext cx="2057400" cy="196132"/>
          </a:xfrm>
          <a:prstGeom prst="rect">
            <a:avLst/>
          </a:prstGeom>
        </p:spPr>
        <p:txBody>
          <a:bodyPr vert="horz" lIns="91440" tIns="45720" rIns="91440" bIns="45720" rtlCol="0" anchor="ctr"/>
          <a:lstStyle>
            <a:lvl1pPr algn="r">
              <a:defRPr sz="1200">
                <a:solidFill>
                  <a:schemeClr val="bg1"/>
                </a:solidFill>
              </a:defRPr>
            </a:lvl1pPr>
          </a:lstStyle>
          <a:p>
            <a:fld id="{42AF35AD-09C2-4EBD-8934-72FD947EF48F}" type="slidenum">
              <a:rPr lang="pl-PL" smtClean="0"/>
              <a:pPr/>
              <a:t>‹#›</a:t>
            </a:fld>
            <a:endParaRPr lang="pl-PL" dirty="0"/>
          </a:p>
        </p:txBody>
      </p:sp>
      <p:sp>
        <p:nvSpPr>
          <p:cNvPr id="48" name="내용 개체 틀 2"/>
          <p:cNvSpPr>
            <a:spLocks noGrp="1"/>
          </p:cNvSpPr>
          <p:nvPr>
            <p:ph idx="1" hasCustomPrompt="1"/>
          </p:nvPr>
        </p:nvSpPr>
        <p:spPr>
          <a:xfrm>
            <a:off x="457200" y="1935480"/>
            <a:ext cx="8229600" cy="4389120"/>
          </a:xfrm>
          <a:prstGeom prst="rect">
            <a:avLst/>
          </a:prstGeom>
        </p:spPr>
        <p:txBody>
          <a:bodyPr/>
          <a:lstStyle>
            <a:lvl1pPr eaLnBrk="1" latinLnBrk="0" hangingPunct="1">
              <a:spcAft>
                <a:spcPts val="600"/>
              </a:spcAft>
              <a:defRPr/>
            </a:lvl1pPr>
            <a:lvl2pPr marL="640080" indent="-246888" eaLnBrk="1" latinLnBrk="0" hangingPunct="1">
              <a:spcAft>
                <a:spcPts val="600"/>
              </a:spcAft>
              <a:buClr>
                <a:srgbClr val="374971"/>
              </a:buClr>
              <a:buFont typeface="Arial" panose="020B0604020202020204" pitchFamily="34" charset="0"/>
              <a:buChar char="−"/>
              <a:defRPr/>
            </a:lvl2pPr>
            <a:lvl3pPr marL="914400" indent="-246888" eaLnBrk="1" latinLnBrk="0" hangingPunct="1">
              <a:spcAft>
                <a:spcPts val="600"/>
              </a:spcAft>
              <a:buClr>
                <a:srgbClr val="374971"/>
              </a:buClr>
              <a:buFont typeface="Wingdings" panose="05000000000000000000" pitchFamily="2" charset="2"/>
              <a:buChar char="§"/>
              <a:defRPr/>
            </a:lvl3pPr>
            <a:lvl4pPr marL="1188720" indent="-210312" eaLnBrk="1" latinLnBrk="0" hangingPunct="1">
              <a:spcAft>
                <a:spcPts val="600"/>
              </a:spcAft>
              <a:buClr>
                <a:srgbClr val="374971"/>
              </a:buClr>
              <a:buFont typeface="Arial" panose="020B0604020202020204" pitchFamily="34" charset="0"/>
              <a:buChar char="−"/>
              <a:defRPr/>
            </a:lvl4pPr>
            <a:lvl5pPr marL="1463040" indent="-210312" eaLnBrk="1" latinLnBrk="0" hangingPunct="1">
              <a:spcAft>
                <a:spcPts val="600"/>
              </a:spcAft>
              <a:buClr>
                <a:srgbClr val="374971"/>
              </a:buClr>
              <a:buFont typeface="Wingdings" panose="05000000000000000000" pitchFamily="2" charset="2"/>
              <a:buChar char="§"/>
              <a:defRPr/>
            </a:lvl5pPr>
          </a:lstStyle>
          <a:p>
            <a:pPr lvl="0" eaLnBrk="1" latinLnBrk="0" hangingPunct="1"/>
            <a:r>
              <a:rPr lang="pl-PL" altLang="ko-KR" dirty="0"/>
              <a:t>Sample text</a:t>
            </a:r>
          </a:p>
          <a:p>
            <a:pPr lvl="1" eaLnBrk="1" latinLnBrk="0" hangingPunct="1"/>
            <a:r>
              <a:rPr lang="pl-PL" altLang="ko-KR" dirty="0"/>
              <a:t>Sample text</a:t>
            </a:r>
          </a:p>
          <a:p>
            <a:pPr lvl="2" eaLnBrk="1" latinLnBrk="0" hangingPunct="1"/>
            <a:r>
              <a:rPr lang="pl-PL" altLang="ko-KR" dirty="0"/>
              <a:t>Sample text</a:t>
            </a:r>
          </a:p>
          <a:p>
            <a:pPr lvl="3" eaLnBrk="1" latinLnBrk="0" hangingPunct="1"/>
            <a:r>
              <a:rPr lang="pl-PL" altLang="ko-KR" dirty="0"/>
              <a:t>Sample text</a:t>
            </a:r>
          </a:p>
          <a:p>
            <a:pPr lvl="4" eaLnBrk="1" latinLnBrk="0" hangingPunct="1"/>
            <a:r>
              <a:rPr lang="pl-PL" altLang="ko-KR" dirty="0"/>
              <a:t>Sample text</a:t>
            </a:r>
          </a:p>
        </p:txBody>
      </p:sp>
    </p:spTree>
    <p:extLst>
      <p:ext uri="{BB962C8B-B14F-4D97-AF65-F5344CB8AC3E}">
        <p14:creationId xmlns:p14="http://schemas.microsoft.com/office/powerpoint/2010/main" val="2681034853"/>
      </p:ext>
    </p:extLst>
  </p:cSld>
  <p:clrMapOvr>
    <a:overrideClrMapping bg1="lt1" tx1="dk1" bg2="lt2" tx2="dk2" accent1="accent1" accent2="accent2" accent3="accent3" accent4="accent4" accent5="accent5" accent6="accent6" hlink="hlink" folHlink="folHlink"/>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creen-Element">
    <p:bg>
      <p:bgRef idx="1001">
        <a:schemeClr val="bg1"/>
      </p:bgRef>
    </p:bg>
    <p:spTree>
      <p:nvGrpSpPr>
        <p:cNvPr id="1" name=""/>
        <p:cNvGrpSpPr/>
        <p:nvPr/>
      </p:nvGrpSpPr>
      <p:grpSpPr>
        <a:xfrm>
          <a:off x="0" y="0"/>
          <a:ext cx="0" cy="0"/>
          <a:chOff x="0" y="0"/>
          <a:chExt cx="0" cy="0"/>
        </a:xfrm>
      </p:grpSpPr>
      <p:sp>
        <p:nvSpPr>
          <p:cNvPr id="40" name="내용 개체 틀 2"/>
          <p:cNvSpPr txBox="1">
            <a:spLocks/>
          </p:cNvSpPr>
          <p:nvPr userDrawn="1"/>
        </p:nvSpPr>
        <p:spPr>
          <a:xfrm>
            <a:off x="457200" y="1848192"/>
            <a:ext cx="8229600" cy="4389120"/>
          </a:xfrm>
          <a:prstGeom prst="rect">
            <a:avLst/>
          </a:prstGeom>
        </p:spPr>
        <p:txBody>
          <a:bodyPr>
            <a:normAutofit/>
          </a:bodyPr>
          <a:lstStyle>
            <a:lvl1pPr marL="274320" indent="-274320" algn="l" rtl="0" eaLnBrk="1" latinLnBrk="1" hangingPunct="1">
              <a:spcBef>
                <a:spcPct val="20000"/>
              </a:spcBef>
              <a:buClr>
                <a:schemeClr val="accent3"/>
              </a:buClr>
              <a:buSzPct val="95000"/>
              <a:buFont typeface="Wingdings 2"/>
              <a:buChar char=""/>
              <a:defRPr kumimoji="0" sz="2600" kern="1200">
                <a:solidFill>
                  <a:schemeClr val="tx1"/>
                </a:solidFill>
                <a:latin typeface="+mn-lt"/>
                <a:ea typeface="+mn-ea"/>
                <a:cs typeface="+mn-cs"/>
              </a:defRPr>
            </a:lvl1pPr>
            <a:lvl2pPr marL="640080" indent="-246888" algn="l" rtl="0" eaLnBrk="1" latinLnBrk="1" hangingPunct="1">
              <a:spcBef>
                <a:spcPct val="20000"/>
              </a:spcBef>
              <a:buClr>
                <a:schemeClr val="accent1"/>
              </a:buClr>
              <a:buSzPct val="85000"/>
              <a:buFont typeface="Wingdings 2"/>
              <a:buChar char=""/>
              <a:defRPr kumimoji="0" sz="2400" kern="1200">
                <a:solidFill>
                  <a:schemeClr val="tx1"/>
                </a:solidFill>
                <a:latin typeface="+mn-lt"/>
                <a:ea typeface="+mn-ea"/>
                <a:cs typeface="+mn-cs"/>
              </a:defRPr>
            </a:lvl2pPr>
            <a:lvl3pPr marL="914400" indent="-246888" algn="l" rtl="0" eaLnBrk="1" latinLnBrk="1" hangingPunct="1">
              <a:spcBef>
                <a:spcPct val="20000"/>
              </a:spcBef>
              <a:buClr>
                <a:schemeClr val="accent2"/>
              </a:buClr>
              <a:buSzPct val="70000"/>
              <a:buFont typeface="Wingdings 2"/>
              <a:buChar char=""/>
              <a:defRPr kumimoji="0" sz="2100" kern="1200">
                <a:solidFill>
                  <a:schemeClr val="tx1"/>
                </a:solidFill>
                <a:latin typeface="+mn-lt"/>
                <a:ea typeface="+mn-ea"/>
                <a:cs typeface="+mn-cs"/>
              </a:defRPr>
            </a:lvl3pPr>
            <a:lvl4pPr marL="1188720" indent="-210312" algn="l" rtl="0" eaLnBrk="1" latinLnBrk="1" hangingPunct="1">
              <a:spcBef>
                <a:spcPct val="20000"/>
              </a:spcBef>
              <a:buClr>
                <a:schemeClr val="accent3"/>
              </a:buClr>
              <a:buSzPct val="65000"/>
              <a:buFont typeface="Wingdings 2"/>
              <a:buChar char=""/>
              <a:defRPr kumimoji="0" sz="1800" kern="1200">
                <a:solidFill>
                  <a:schemeClr val="tx1"/>
                </a:solidFill>
                <a:latin typeface="+mn-lt"/>
                <a:ea typeface="+mn-ea"/>
                <a:cs typeface="+mn-cs"/>
              </a:defRPr>
            </a:lvl4pPr>
            <a:lvl5pPr marL="1463040" indent="-210312" algn="l" rtl="0" eaLnBrk="1" latinLnBrk="1" hangingPunct="1">
              <a:spcBef>
                <a:spcPct val="20000"/>
              </a:spcBef>
              <a:buClr>
                <a:schemeClr val="accent4"/>
              </a:buClr>
              <a:buSzPct val="65000"/>
              <a:buFont typeface="Wingdings 2"/>
              <a:buChar char=""/>
              <a:defRPr kumimoji="0" sz="1600" kern="1200">
                <a:solidFill>
                  <a:schemeClr val="tx1"/>
                </a:solidFill>
                <a:latin typeface="+mn-lt"/>
                <a:ea typeface="+mn-ea"/>
                <a:cs typeface="+mn-cs"/>
              </a:defRPr>
            </a:lvl5pPr>
            <a:lvl6pPr marL="1737360" indent="-210312" algn="l" rtl="0" eaLnBrk="1" latinLnBrk="1" hangingPunct="1">
              <a:spcBef>
                <a:spcPct val="20000"/>
              </a:spcBef>
              <a:buClr>
                <a:schemeClr val="accent5"/>
              </a:buClr>
              <a:buSzPct val="80000"/>
              <a:buFont typeface="Wingdings 2"/>
              <a:buChar char=""/>
              <a:defRPr kumimoji="0" sz="1800" kern="1200">
                <a:solidFill>
                  <a:schemeClr val="tx1"/>
                </a:solidFill>
                <a:latin typeface="+mn-lt"/>
                <a:ea typeface="+mn-ea"/>
                <a:cs typeface="+mn-cs"/>
              </a:defRPr>
            </a:lvl6pPr>
            <a:lvl7pPr marL="1920240" indent="-182880" algn="l" rtl="0" eaLnBrk="1" latinLnBrk="1" hangingPunct="1">
              <a:spcBef>
                <a:spcPct val="20000"/>
              </a:spcBef>
              <a:buClr>
                <a:schemeClr val="accent6"/>
              </a:buClr>
              <a:buSzPct val="80000"/>
              <a:buFont typeface="Wingdings 2"/>
              <a:buChar char=""/>
              <a:defRPr kumimoji="0" sz="1600" kern="1200" baseline="0">
                <a:solidFill>
                  <a:schemeClr val="tx1"/>
                </a:solidFill>
                <a:latin typeface="+mn-lt"/>
                <a:ea typeface="+mn-ea"/>
                <a:cs typeface="+mn-cs"/>
              </a:defRPr>
            </a:lvl7pPr>
            <a:lvl8pPr marL="2194560" indent="-182880" algn="l" rtl="0" eaLnBrk="1" latinLnBrk="1" hangingPunct="1">
              <a:spcBef>
                <a:spcPct val="20000"/>
              </a:spcBef>
              <a:buClr>
                <a:schemeClr val="tx2"/>
              </a:buClr>
              <a:buChar char="•"/>
              <a:defRPr kumimoji="0" sz="1600" kern="1200">
                <a:solidFill>
                  <a:schemeClr val="tx1"/>
                </a:solidFill>
                <a:latin typeface="+mn-lt"/>
                <a:ea typeface="+mn-ea"/>
                <a:cs typeface="+mn-cs"/>
              </a:defRPr>
            </a:lvl8pPr>
            <a:lvl9pPr marL="2468880" indent="-182880" algn="l" rtl="0" eaLnBrk="1" latinLnBrk="1" hangingPunct="1">
              <a:spcBef>
                <a:spcPct val="20000"/>
              </a:spcBef>
              <a:buClr>
                <a:schemeClr val="tx2"/>
              </a:buClr>
              <a:buFontTx/>
              <a:buChar char="•"/>
              <a:defRPr kumimoji="0" sz="1400" kern="1200" baseline="0">
                <a:solidFill>
                  <a:schemeClr val="tx1"/>
                </a:solidFill>
                <a:latin typeface="+mn-lt"/>
                <a:ea typeface="+mn-ea"/>
                <a:cs typeface="+mn-cs"/>
              </a:defRPr>
            </a:lvl9pPr>
          </a:lstStyle>
          <a:p>
            <a:pPr>
              <a:buClr>
                <a:srgbClr val="374971"/>
              </a:buClr>
              <a:buFont typeface="Wingdings" panose="05000000000000000000" pitchFamily="2" charset="2"/>
              <a:buChar char="§"/>
            </a:pPr>
            <a:endParaRPr lang="pl-PL" altLang="ko-KR" sz="1800" dirty="0">
              <a:solidFill>
                <a:srgbClr val="3B3838"/>
              </a:solidFill>
              <a:latin typeface="Arial" panose="020B0604020202020204" pitchFamily="34" charset="0"/>
              <a:cs typeface="Arial" panose="020B0604020202020204" pitchFamily="34" charset="0"/>
            </a:endParaRPr>
          </a:p>
        </p:txBody>
      </p:sp>
      <p:sp>
        <p:nvSpPr>
          <p:cNvPr id="41" name="Title Placeholder 3"/>
          <p:cNvSpPr>
            <a:spLocks noGrp="1"/>
          </p:cNvSpPr>
          <p:nvPr>
            <p:ph type="title"/>
          </p:nvPr>
        </p:nvSpPr>
        <p:spPr>
          <a:xfrm>
            <a:off x="2123728" y="365125"/>
            <a:ext cx="6563072" cy="615603"/>
          </a:xfrm>
          <a:prstGeom prst="rect">
            <a:avLst/>
          </a:prstGeom>
        </p:spPr>
        <p:txBody>
          <a:bodyPr vert="horz" lIns="91440" tIns="45720" rIns="91440" bIns="45720" rtlCol="0" anchor="ctr">
            <a:noAutofit/>
          </a:bodyPr>
          <a:lstStyle/>
          <a:p>
            <a:endParaRPr lang="pl-PL" dirty="0"/>
          </a:p>
        </p:txBody>
      </p:sp>
      <p:sp>
        <p:nvSpPr>
          <p:cNvPr id="43" name="Slide Number Placeholder 5"/>
          <p:cNvSpPr>
            <a:spLocks noGrp="1"/>
          </p:cNvSpPr>
          <p:nvPr>
            <p:ph type="sldNum" sz="quarter" idx="4"/>
          </p:nvPr>
        </p:nvSpPr>
        <p:spPr>
          <a:xfrm>
            <a:off x="7051104" y="6597352"/>
            <a:ext cx="2057400" cy="196132"/>
          </a:xfrm>
          <a:prstGeom prst="rect">
            <a:avLst/>
          </a:prstGeom>
        </p:spPr>
        <p:txBody>
          <a:bodyPr vert="horz" lIns="91440" tIns="45720" rIns="91440" bIns="45720" rtlCol="0" anchor="ctr"/>
          <a:lstStyle>
            <a:lvl1pPr algn="r">
              <a:defRPr sz="1200">
                <a:solidFill>
                  <a:schemeClr val="bg1"/>
                </a:solidFill>
              </a:defRPr>
            </a:lvl1pPr>
          </a:lstStyle>
          <a:p>
            <a:fld id="{42AF35AD-09C2-4EBD-8934-72FD947EF48F}" type="slidenum">
              <a:rPr lang="pl-PL" smtClean="0"/>
              <a:pPr/>
              <a:t>‹#›</a:t>
            </a:fld>
            <a:endParaRPr lang="pl-PL" dirty="0"/>
          </a:p>
        </p:txBody>
      </p:sp>
      <p:sp>
        <p:nvSpPr>
          <p:cNvPr id="7" name="내용 개체 틀 2"/>
          <p:cNvSpPr>
            <a:spLocks noGrp="1"/>
          </p:cNvSpPr>
          <p:nvPr>
            <p:ph idx="1" hasCustomPrompt="1"/>
          </p:nvPr>
        </p:nvSpPr>
        <p:spPr>
          <a:xfrm>
            <a:off x="457200" y="1935480"/>
            <a:ext cx="8229600" cy="4389120"/>
          </a:xfrm>
          <a:prstGeom prst="rect">
            <a:avLst/>
          </a:prstGeom>
        </p:spPr>
        <p:txBody>
          <a:bodyPr/>
          <a:lstStyle>
            <a:lvl1pPr eaLnBrk="1" latinLnBrk="0" hangingPunct="1">
              <a:spcAft>
                <a:spcPts val="600"/>
              </a:spcAft>
              <a:defRPr/>
            </a:lvl1pPr>
            <a:lvl2pPr marL="640080" indent="-246888" eaLnBrk="1" latinLnBrk="0" hangingPunct="1">
              <a:spcAft>
                <a:spcPts val="600"/>
              </a:spcAft>
              <a:buClr>
                <a:srgbClr val="374971"/>
              </a:buClr>
              <a:buFont typeface="Arial" panose="020B0604020202020204" pitchFamily="34" charset="0"/>
              <a:buChar char="−"/>
              <a:defRPr/>
            </a:lvl2pPr>
            <a:lvl3pPr marL="914400" indent="-246888" eaLnBrk="1" latinLnBrk="0" hangingPunct="1">
              <a:spcAft>
                <a:spcPts val="600"/>
              </a:spcAft>
              <a:buClr>
                <a:srgbClr val="374971"/>
              </a:buClr>
              <a:buFont typeface="Wingdings" panose="05000000000000000000" pitchFamily="2" charset="2"/>
              <a:buChar char="§"/>
              <a:defRPr/>
            </a:lvl3pPr>
            <a:lvl4pPr marL="1188720" indent="-210312" eaLnBrk="1" latinLnBrk="0" hangingPunct="1">
              <a:spcAft>
                <a:spcPts val="600"/>
              </a:spcAft>
              <a:buClr>
                <a:srgbClr val="374971"/>
              </a:buClr>
              <a:buFont typeface="Arial" panose="020B0604020202020204" pitchFamily="34" charset="0"/>
              <a:buChar char="−"/>
              <a:defRPr/>
            </a:lvl4pPr>
            <a:lvl5pPr marL="1463040" indent="-210312" eaLnBrk="1" latinLnBrk="0" hangingPunct="1">
              <a:spcAft>
                <a:spcPts val="600"/>
              </a:spcAft>
              <a:buClr>
                <a:srgbClr val="374971"/>
              </a:buClr>
              <a:buFont typeface="Wingdings" panose="05000000000000000000" pitchFamily="2" charset="2"/>
              <a:buChar char="§"/>
              <a:defRPr/>
            </a:lvl5pPr>
          </a:lstStyle>
          <a:p>
            <a:pPr lvl="0" eaLnBrk="1" latinLnBrk="0" hangingPunct="1"/>
            <a:r>
              <a:rPr lang="pl-PL" altLang="ko-KR" dirty="0"/>
              <a:t>Sample text</a:t>
            </a:r>
          </a:p>
          <a:p>
            <a:pPr lvl="1" eaLnBrk="1" latinLnBrk="0" hangingPunct="1"/>
            <a:r>
              <a:rPr lang="pl-PL" altLang="ko-KR" dirty="0"/>
              <a:t>Sample text</a:t>
            </a:r>
          </a:p>
          <a:p>
            <a:pPr lvl="2" eaLnBrk="1" latinLnBrk="0" hangingPunct="1"/>
            <a:r>
              <a:rPr lang="pl-PL" altLang="ko-KR" dirty="0"/>
              <a:t>Sample text</a:t>
            </a:r>
          </a:p>
          <a:p>
            <a:pPr lvl="3" eaLnBrk="1" latinLnBrk="0" hangingPunct="1"/>
            <a:r>
              <a:rPr lang="pl-PL" altLang="ko-KR" dirty="0"/>
              <a:t>Sample text</a:t>
            </a:r>
          </a:p>
          <a:p>
            <a:pPr lvl="4" eaLnBrk="1" latinLnBrk="0" hangingPunct="1"/>
            <a:r>
              <a:rPr lang="pl-PL" altLang="ko-KR" dirty="0"/>
              <a:t>Sample text</a:t>
            </a:r>
          </a:p>
        </p:txBody>
      </p:sp>
    </p:spTree>
    <p:extLst>
      <p:ext uri="{BB962C8B-B14F-4D97-AF65-F5344CB8AC3E}">
        <p14:creationId xmlns:p14="http://schemas.microsoft.com/office/powerpoint/2010/main" val="2622471095"/>
      </p:ext>
    </p:extLst>
  </p:cSld>
  <p:clrMapOvr>
    <a:overrideClrMapping bg1="lt1" tx1="dk1" bg2="lt2" tx2="dk2" accent1="accent1" accent2="accent2" accent3="accent3" accent4="accent4" accent5="accent5" accent6="accent6" hlink="hlink" folHlink="folHlink"/>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userDrawn="1">
  <p:cSld name="제목 및 내용">
    <p:bg>
      <p:bgRef idx="1001">
        <a:schemeClr val="bg1"/>
      </p:bgRef>
    </p:bg>
    <p:spTree>
      <p:nvGrpSpPr>
        <p:cNvPr id="1" name=""/>
        <p:cNvGrpSpPr/>
        <p:nvPr/>
      </p:nvGrpSpPr>
      <p:grpSpPr>
        <a:xfrm>
          <a:off x="0" y="0"/>
          <a:ext cx="0" cy="0"/>
          <a:chOff x="0" y="0"/>
          <a:chExt cx="0" cy="0"/>
        </a:xfrm>
      </p:grpSpPr>
      <p:cxnSp>
        <p:nvCxnSpPr>
          <p:cNvPr id="39" name="Straight Connector 38"/>
          <p:cNvCxnSpPr/>
          <p:nvPr userDrawn="1"/>
        </p:nvCxnSpPr>
        <p:spPr>
          <a:xfrm>
            <a:off x="457200" y="980728"/>
            <a:ext cx="8229600" cy="0"/>
          </a:xfrm>
          <a:prstGeom prst="line">
            <a:avLst/>
          </a:prstGeom>
          <a:ln w="12700"/>
        </p:spPr>
        <p:style>
          <a:lnRef idx="1">
            <a:schemeClr val="accent1"/>
          </a:lnRef>
          <a:fillRef idx="0">
            <a:schemeClr val="accent1"/>
          </a:fillRef>
          <a:effectRef idx="0">
            <a:schemeClr val="accent1"/>
          </a:effectRef>
          <a:fontRef idx="minor">
            <a:schemeClr val="tx1"/>
          </a:fontRef>
        </p:style>
      </p:cxnSp>
      <p:sp>
        <p:nvSpPr>
          <p:cNvPr id="40" name="내용 개체 틀 2"/>
          <p:cNvSpPr txBox="1">
            <a:spLocks/>
          </p:cNvSpPr>
          <p:nvPr userDrawn="1"/>
        </p:nvSpPr>
        <p:spPr>
          <a:xfrm>
            <a:off x="457200" y="1848192"/>
            <a:ext cx="8229600" cy="4389120"/>
          </a:xfrm>
          <a:prstGeom prst="rect">
            <a:avLst/>
          </a:prstGeom>
        </p:spPr>
        <p:txBody>
          <a:bodyPr>
            <a:normAutofit/>
          </a:bodyPr>
          <a:lstStyle>
            <a:lvl1pPr marL="274320" indent="-274320" algn="l" rtl="0" eaLnBrk="1" latinLnBrk="1" hangingPunct="1">
              <a:spcBef>
                <a:spcPct val="20000"/>
              </a:spcBef>
              <a:buClr>
                <a:schemeClr val="accent3"/>
              </a:buClr>
              <a:buSzPct val="95000"/>
              <a:buFont typeface="Wingdings 2"/>
              <a:buChar char=""/>
              <a:defRPr kumimoji="0" sz="2600" kern="1200">
                <a:solidFill>
                  <a:schemeClr val="tx1"/>
                </a:solidFill>
                <a:latin typeface="+mn-lt"/>
                <a:ea typeface="+mn-ea"/>
                <a:cs typeface="+mn-cs"/>
              </a:defRPr>
            </a:lvl1pPr>
            <a:lvl2pPr marL="640080" indent="-246888" algn="l" rtl="0" eaLnBrk="1" latinLnBrk="1" hangingPunct="1">
              <a:spcBef>
                <a:spcPct val="20000"/>
              </a:spcBef>
              <a:buClr>
                <a:schemeClr val="accent1"/>
              </a:buClr>
              <a:buSzPct val="85000"/>
              <a:buFont typeface="Wingdings 2"/>
              <a:buChar char=""/>
              <a:defRPr kumimoji="0" sz="2400" kern="1200">
                <a:solidFill>
                  <a:schemeClr val="tx1"/>
                </a:solidFill>
                <a:latin typeface="+mn-lt"/>
                <a:ea typeface="+mn-ea"/>
                <a:cs typeface="+mn-cs"/>
              </a:defRPr>
            </a:lvl2pPr>
            <a:lvl3pPr marL="914400" indent="-246888" algn="l" rtl="0" eaLnBrk="1" latinLnBrk="1" hangingPunct="1">
              <a:spcBef>
                <a:spcPct val="20000"/>
              </a:spcBef>
              <a:buClr>
                <a:schemeClr val="accent2"/>
              </a:buClr>
              <a:buSzPct val="70000"/>
              <a:buFont typeface="Wingdings 2"/>
              <a:buChar char=""/>
              <a:defRPr kumimoji="0" sz="2100" kern="1200">
                <a:solidFill>
                  <a:schemeClr val="tx1"/>
                </a:solidFill>
                <a:latin typeface="+mn-lt"/>
                <a:ea typeface="+mn-ea"/>
                <a:cs typeface="+mn-cs"/>
              </a:defRPr>
            </a:lvl3pPr>
            <a:lvl4pPr marL="1188720" indent="-210312" algn="l" rtl="0" eaLnBrk="1" latinLnBrk="1" hangingPunct="1">
              <a:spcBef>
                <a:spcPct val="20000"/>
              </a:spcBef>
              <a:buClr>
                <a:schemeClr val="accent3"/>
              </a:buClr>
              <a:buSzPct val="65000"/>
              <a:buFont typeface="Wingdings 2"/>
              <a:buChar char=""/>
              <a:defRPr kumimoji="0" sz="1800" kern="1200">
                <a:solidFill>
                  <a:schemeClr val="tx1"/>
                </a:solidFill>
                <a:latin typeface="+mn-lt"/>
                <a:ea typeface="+mn-ea"/>
                <a:cs typeface="+mn-cs"/>
              </a:defRPr>
            </a:lvl4pPr>
            <a:lvl5pPr marL="1463040" indent="-210312" algn="l" rtl="0" eaLnBrk="1" latinLnBrk="1" hangingPunct="1">
              <a:spcBef>
                <a:spcPct val="20000"/>
              </a:spcBef>
              <a:buClr>
                <a:schemeClr val="accent4"/>
              </a:buClr>
              <a:buSzPct val="65000"/>
              <a:buFont typeface="Wingdings 2"/>
              <a:buChar char=""/>
              <a:defRPr kumimoji="0" sz="1600" kern="1200">
                <a:solidFill>
                  <a:schemeClr val="tx1"/>
                </a:solidFill>
                <a:latin typeface="+mn-lt"/>
                <a:ea typeface="+mn-ea"/>
                <a:cs typeface="+mn-cs"/>
              </a:defRPr>
            </a:lvl5pPr>
            <a:lvl6pPr marL="1737360" indent="-210312" algn="l" rtl="0" eaLnBrk="1" latinLnBrk="1" hangingPunct="1">
              <a:spcBef>
                <a:spcPct val="20000"/>
              </a:spcBef>
              <a:buClr>
                <a:schemeClr val="accent5"/>
              </a:buClr>
              <a:buSzPct val="80000"/>
              <a:buFont typeface="Wingdings 2"/>
              <a:buChar char=""/>
              <a:defRPr kumimoji="0" sz="1800" kern="1200">
                <a:solidFill>
                  <a:schemeClr val="tx1"/>
                </a:solidFill>
                <a:latin typeface="+mn-lt"/>
                <a:ea typeface="+mn-ea"/>
                <a:cs typeface="+mn-cs"/>
              </a:defRPr>
            </a:lvl6pPr>
            <a:lvl7pPr marL="1920240" indent="-182880" algn="l" rtl="0" eaLnBrk="1" latinLnBrk="1" hangingPunct="1">
              <a:spcBef>
                <a:spcPct val="20000"/>
              </a:spcBef>
              <a:buClr>
                <a:schemeClr val="accent6"/>
              </a:buClr>
              <a:buSzPct val="80000"/>
              <a:buFont typeface="Wingdings 2"/>
              <a:buChar char=""/>
              <a:defRPr kumimoji="0" sz="1600" kern="1200" baseline="0">
                <a:solidFill>
                  <a:schemeClr val="tx1"/>
                </a:solidFill>
                <a:latin typeface="+mn-lt"/>
                <a:ea typeface="+mn-ea"/>
                <a:cs typeface="+mn-cs"/>
              </a:defRPr>
            </a:lvl7pPr>
            <a:lvl8pPr marL="2194560" indent="-182880" algn="l" rtl="0" eaLnBrk="1" latinLnBrk="1" hangingPunct="1">
              <a:spcBef>
                <a:spcPct val="20000"/>
              </a:spcBef>
              <a:buClr>
                <a:schemeClr val="tx2"/>
              </a:buClr>
              <a:buChar char="•"/>
              <a:defRPr kumimoji="0" sz="1600" kern="1200">
                <a:solidFill>
                  <a:schemeClr val="tx1"/>
                </a:solidFill>
                <a:latin typeface="+mn-lt"/>
                <a:ea typeface="+mn-ea"/>
                <a:cs typeface="+mn-cs"/>
              </a:defRPr>
            </a:lvl8pPr>
            <a:lvl9pPr marL="2468880" indent="-182880" algn="l" rtl="0" eaLnBrk="1" latinLnBrk="1" hangingPunct="1">
              <a:spcBef>
                <a:spcPct val="20000"/>
              </a:spcBef>
              <a:buClr>
                <a:schemeClr val="tx2"/>
              </a:buClr>
              <a:buFontTx/>
              <a:buChar char="•"/>
              <a:defRPr kumimoji="0" sz="1400" kern="1200" baseline="0">
                <a:solidFill>
                  <a:schemeClr val="tx1"/>
                </a:solidFill>
                <a:latin typeface="+mn-lt"/>
                <a:ea typeface="+mn-ea"/>
                <a:cs typeface="+mn-cs"/>
              </a:defRPr>
            </a:lvl9pPr>
          </a:lstStyle>
          <a:p>
            <a:pPr>
              <a:buClr>
                <a:srgbClr val="374971"/>
              </a:buClr>
              <a:buFont typeface="Wingdings" panose="05000000000000000000" pitchFamily="2" charset="2"/>
              <a:buChar char="§"/>
            </a:pPr>
            <a:endParaRPr lang="pl-PL" altLang="ko-KR" sz="1800" dirty="0">
              <a:solidFill>
                <a:srgbClr val="3B3838"/>
              </a:solidFill>
              <a:latin typeface="Arial" panose="020B0604020202020204" pitchFamily="34" charset="0"/>
              <a:cs typeface="Arial" panose="020B0604020202020204" pitchFamily="34" charset="0"/>
            </a:endParaRPr>
          </a:p>
        </p:txBody>
      </p:sp>
      <p:sp>
        <p:nvSpPr>
          <p:cNvPr id="41" name="Title Placeholder 3"/>
          <p:cNvSpPr>
            <a:spLocks noGrp="1"/>
          </p:cNvSpPr>
          <p:nvPr>
            <p:ph type="title"/>
          </p:nvPr>
        </p:nvSpPr>
        <p:spPr>
          <a:xfrm>
            <a:off x="457200" y="365125"/>
            <a:ext cx="8229600" cy="615603"/>
          </a:xfrm>
          <a:prstGeom prst="rect">
            <a:avLst/>
          </a:prstGeom>
        </p:spPr>
        <p:txBody>
          <a:bodyPr vert="horz" lIns="91440" tIns="45720" rIns="91440" bIns="45720" rtlCol="0" anchor="ctr">
            <a:noAutofit/>
          </a:bodyPr>
          <a:lstStyle/>
          <a:p>
            <a:r>
              <a:rPr lang="en-US" dirty="0"/>
              <a:t>Click to edit Master title style</a:t>
            </a:r>
            <a:endParaRPr lang="pl-PL" dirty="0"/>
          </a:p>
        </p:txBody>
      </p:sp>
      <p:sp>
        <p:nvSpPr>
          <p:cNvPr id="43" name="Slide Number Placeholder 5"/>
          <p:cNvSpPr>
            <a:spLocks noGrp="1"/>
          </p:cNvSpPr>
          <p:nvPr>
            <p:ph type="sldNum" sz="quarter" idx="4"/>
          </p:nvPr>
        </p:nvSpPr>
        <p:spPr>
          <a:xfrm>
            <a:off x="7051104" y="6597352"/>
            <a:ext cx="2057400" cy="196132"/>
          </a:xfrm>
          <a:prstGeom prst="rect">
            <a:avLst/>
          </a:prstGeom>
        </p:spPr>
        <p:txBody>
          <a:bodyPr vert="horz" lIns="91440" tIns="45720" rIns="91440" bIns="45720" rtlCol="0" anchor="ctr"/>
          <a:lstStyle>
            <a:lvl1pPr algn="r">
              <a:defRPr sz="1200">
                <a:solidFill>
                  <a:schemeClr val="bg1"/>
                </a:solidFill>
              </a:defRPr>
            </a:lvl1pPr>
          </a:lstStyle>
          <a:p>
            <a:fld id="{42AF35AD-09C2-4EBD-8934-72FD947EF48F}" type="slidenum">
              <a:rPr lang="pl-PL" smtClean="0"/>
              <a:pPr/>
              <a:t>‹#›</a:t>
            </a:fld>
            <a:endParaRPr lang="pl-PL" dirty="0"/>
          </a:p>
        </p:txBody>
      </p:sp>
      <p:sp>
        <p:nvSpPr>
          <p:cNvPr id="48" name="내용 개체 틀 2"/>
          <p:cNvSpPr>
            <a:spLocks noGrp="1"/>
          </p:cNvSpPr>
          <p:nvPr>
            <p:ph idx="1" hasCustomPrompt="1"/>
          </p:nvPr>
        </p:nvSpPr>
        <p:spPr>
          <a:xfrm>
            <a:off x="457200" y="1935480"/>
            <a:ext cx="8229600" cy="4389120"/>
          </a:xfrm>
          <a:prstGeom prst="rect">
            <a:avLst/>
          </a:prstGeom>
        </p:spPr>
        <p:txBody>
          <a:bodyPr/>
          <a:lstStyle>
            <a:lvl1pPr eaLnBrk="1" latinLnBrk="0" hangingPunct="1">
              <a:spcAft>
                <a:spcPts val="600"/>
              </a:spcAft>
              <a:defRPr/>
            </a:lvl1pPr>
            <a:lvl2pPr marL="640080" indent="-246888" eaLnBrk="1" latinLnBrk="0" hangingPunct="1">
              <a:spcAft>
                <a:spcPts val="600"/>
              </a:spcAft>
              <a:buClr>
                <a:srgbClr val="374971"/>
              </a:buClr>
              <a:buFont typeface="Arial" panose="020B0604020202020204" pitchFamily="34" charset="0"/>
              <a:buChar char="−"/>
              <a:defRPr/>
            </a:lvl2pPr>
            <a:lvl3pPr marL="914400" indent="-246888" eaLnBrk="1" latinLnBrk="0" hangingPunct="1">
              <a:spcAft>
                <a:spcPts val="600"/>
              </a:spcAft>
              <a:buClr>
                <a:srgbClr val="374971"/>
              </a:buClr>
              <a:buFont typeface="Wingdings" panose="05000000000000000000" pitchFamily="2" charset="2"/>
              <a:buChar char="§"/>
              <a:defRPr/>
            </a:lvl3pPr>
            <a:lvl4pPr marL="1188720" indent="-210312" eaLnBrk="1" latinLnBrk="0" hangingPunct="1">
              <a:spcAft>
                <a:spcPts val="600"/>
              </a:spcAft>
              <a:buClr>
                <a:srgbClr val="374971"/>
              </a:buClr>
              <a:buFont typeface="Arial" panose="020B0604020202020204" pitchFamily="34" charset="0"/>
              <a:buChar char="−"/>
              <a:defRPr/>
            </a:lvl4pPr>
            <a:lvl5pPr marL="1463040" indent="-210312" eaLnBrk="1" latinLnBrk="0" hangingPunct="1">
              <a:spcAft>
                <a:spcPts val="600"/>
              </a:spcAft>
              <a:buClr>
                <a:srgbClr val="374971"/>
              </a:buClr>
              <a:buFont typeface="Wingdings" panose="05000000000000000000" pitchFamily="2" charset="2"/>
              <a:buChar char="§"/>
              <a:defRPr/>
            </a:lvl5pPr>
          </a:lstStyle>
          <a:p>
            <a:pPr lvl="0" eaLnBrk="1" latinLnBrk="0" hangingPunct="1"/>
            <a:r>
              <a:rPr lang="pl-PL" altLang="ko-KR" dirty="0"/>
              <a:t>Sample text</a:t>
            </a:r>
          </a:p>
          <a:p>
            <a:pPr lvl="1" eaLnBrk="1" latinLnBrk="0" hangingPunct="1"/>
            <a:r>
              <a:rPr lang="pl-PL" altLang="ko-KR" dirty="0"/>
              <a:t>Sample text</a:t>
            </a:r>
          </a:p>
          <a:p>
            <a:pPr lvl="2" eaLnBrk="1" latinLnBrk="0" hangingPunct="1"/>
            <a:r>
              <a:rPr lang="pl-PL" altLang="ko-KR" dirty="0"/>
              <a:t>Sample text</a:t>
            </a:r>
          </a:p>
          <a:p>
            <a:pPr lvl="3" eaLnBrk="1" latinLnBrk="0" hangingPunct="1"/>
            <a:r>
              <a:rPr lang="pl-PL" altLang="ko-KR" dirty="0"/>
              <a:t>Sample text</a:t>
            </a:r>
          </a:p>
          <a:p>
            <a:pPr lvl="4" eaLnBrk="1" latinLnBrk="0" hangingPunct="1"/>
            <a:r>
              <a:rPr lang="pl-PL" altLang="ko-KR" dirty="0"/>
              <a:t>Sample text</a:t>
            </a:r>
          </a:p>
        </p:txBody>
      </p:sp>
    </p:spTree>
    <p:extLst>
      <p:ext uri="{BB962C8B-B14F-4D97-AF65-F5344CB8AC3E}">
        <p14:creationId xmlns:p14="http://schemas.microsoft.com/office/powerpoint/2010/main" val="257320886"/>
      </p:ext>
    </p:extLst>
  </p:cSld>
  <p:clrMapOvr>
    <a:overrideClrMapping bg1="lt1" tx1="dk1" bg2="lt2" tx2="dk2" accent1="accent1" accent2="accent2" accent3="accent3" accent4="accent4" accent5="accent5" accent6="accent6" hlink="hlink" folHlink="folHlink"/>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UI-Structure">
    <p:bg>
      <p:bgRef idx="1001">
        <a:schemeClr val="bg1"/>
      </p:bgRef>
    </p:bg>
    <p:spTree>
      <p:nvGrpSpPr>
        <p:cNvPr id="1" name=""/>
        <p:cNvGrpSpPr/>
        <p:nvPr/>
      </p:nvGrpSpPr>
      <p:grpSpPr>
        <a:xfrm>
          <a:off x="0" y="0"/>
          <a:ext cx="0" cy="0"/>
          <a:chOff x="0" y="0"/>
          <a:chExt cx="0" cy="0"/>
        </a:xfrm>
      </p:grpSpPr>
      <p:sp>
        <p:nvSpPr>
          <p:cNvPr id="41" name="Title Placeholder 3"/>
          <p:cNvSpPr>
            <a:spLocks noGrp="1"/>
          </p:cNvSpPr>
          <p:nvPr>
            <p:ph type="title"/>
          </p:nvPr>
        </p:nvSpPr>
        <p:spPr>
          <a:xfrm>
            <a:off x="2123728" y="365125"/>
            <a:ext cx="6563072" cy="615603"/>
          </a:xfrm>
          <a:prstGeom prst="rect">
            <a:avLst/>
          </a:prstGeom>
        </p:spPr>
        <p:txBody>
          <a:bodyPr vert="horz" lIns="91440" tIns="45720" rIns="91440" bIns="45720" rtlCol="0" anchor="ctr">
            <a:noAutofit/>
          </a:bodyPr>
          <a:lstStyle/>
          <a:p>
            <a:endParaRPr lang="pl-PL" dirty="0"/>
          </a:p>
        </p:txBody>
      </p:sp>
      <p:sp>
        <p:nvSpPr>
          <p:cNvPr id="43" name="Slide Number Placeholder 5"/>
          <p:cNvSpPr>
            <a:spLocks noGrp="1"/>
          </p:cNvSpPr>
          <p:nvPr>
            <p:ph type="sldNum" sz="quarter" idx="4"/>
          </p:nvPr>
        </p:nvSpPr>
        <p:spPr>
          <a:xfrm>
            <a:off x="7051104" y="6597352"/>
            <a:ext cx="2057400" cy="196132"/>
          </a:xfrm>
          <a:prstGeom prst="rect">
            <a:avLst/>
          </a:prstGeom>
        </p:spPr>
        <p:txBody>
          <a:bodyPr vert="horz" lIns="91440" tIns="45720" rIns="91440" bIns="45720" rtlCol="0" anchor="ctr"/>
          <a:lstStyle>
            <a:lvl1pPr algn="r">
              <a:defRPr sz="1200">
                <a:solidFill>
                  <a:schemeClr val="bg1"/>
                </a:solidFill>
              </a:defRPr>
            </a:lvl1pPr>
          </a:lstStyle>
          <a:p>
            <a:fld id="{42AF35AD-09C2-4EBD-8934-72FD947EF48F}" type="slidenum">
              <a:rPr lang="pl-PL" smtClean="0"/>
              <a:pPr/>
              <a:t>‹#›</a:t>
            </a:fld>
            <a:endParaRPr lang="pl-PL" dirty="0"/>
          </a:p>
        </p:txBody>
      </p:sp>
      <p:sp>
        <p:nvSpPr>
          <p:cNvPr id="7" name="내용 개체 틀 2"/>
          <p:cNvSpPr>
            <a:spLocks noGrp="1"/>
          </p:cNvSpPr>
          <p:nvPr>
            <p:ph idx="1" hasCustomPrompt="1"/>
          </p:nvPr>
        </p:nvSpPr>
        <p:spPr>
          <a:xfrm>
            <a:off x="457200" y="1935480"/>
            <a:ext cx="8229600" cy="4389120"/>
          </a:xfrm>
          <a:prstGeom prst="rect">
            <a:avLst/>
          </a:prstGeom>
        </p:spPr>
        <p:txBody>
          <a:bodyPr/>
          <a:lstStyle>
            <a:lvl1pPr eaLnBrk="1" latinLnBrk="0" hangingPunct="1">
              <a:spcAft>
                <a:spcPts val="600"/>
              </a:spcAft>
              <a:defRPr/>
            </a:lvl1pPr>
            <a:lvl2pPr marL="640080" indent="-246888" eaLnBrk="1" latinLnBrk="0" hangingPunct="1">
              <a:spcAft>
                <a:spcPts val="600"/>
              </a:spcAft>
              <a:buClr>
                <a:srgbClr val="374971"/>
              </a:buClr>
              <a:buFont typeface="Arial" panose="020B0604020202020204" pitchFamily="34" charset="0"/>
              <a:buChar char="−"/>
              <a:defRPr/>
            </a:lvl2pPr>
            <a:lvl3pPr marL="914400" indent="-246888" eaLnBrk="1" latinLnBrk="0" hangingPunct="1">
              <a:spcAft>
                <a:spcPts val="600"/>
              </a:spcAft>
              <a:buClr>
                <a:srgbClr val="374971"/>
              </a:buClr>
              <a:buFont typeface="Wingdings" panose="05000000000000000000" pitchFamily="2" charset="2"/>
              <a:buChar char="§"/>
              <a:defRPr/>
            </a:lvl3pPr>
            <a:lvl4pPr marL="1188720" indent="-210312" eaLnBrk="1" latinLnBrk="0" hangingPunct="1">
              <a:spcAft>
                <a:spcPts val="600"/>
              </a:spcAft>
              <a:buClr>
                <a:srgbClr val="374971"/>
              </a:buClr>
              <a:buFont typeface="Arial" panose="020B0604020202020204" pitchFamily="34" charset="0"/>
              <a:buChar char="−"/>
              <a:defRPr/>
            </a:lvl4pPr>
            <a:lvl5pPr marL="1463040" indent="-210312" eaLnBrk="1" latinLnBrk="0" hangingPunct="1">
              <a:spcAft>
                <a:spcPts val="600"/>
              </a:spcAft>
              <a:buClr>
                <a:srgbClr val="374971"/>
              </a:buClr>
              <a:buFont typeface="Wingdings" panose="05000000000000000000" pitchFamily="2" charset="2"/>
              <a:buChar char="§"/>
              <a:defRPr/>
            </a:lvl5pPr>
          </a:lstStyle>
          <a:p>
            <a:pPr lvl="0" eaLnBrk="1" latinLnBrk="0" hangingPunct="1"/>
            <a:r>
              <a:rPr lang="pl-PL" altLang="ko-KR" dirty="0"/>
              <a:t>Sample text</a:t>
            </a:r>
          </a:p>
          <a:p>
            <a:pPr lvl="1" eaLnBrk="1" latinLnBrk="0" hangingPunct="1"/>
            <a:r>
              <a:rPr lang="pl-PL" altLang="ko-KR" dirty="0"/>
              <a:t>Sample text</a:t>
            </a:r>
          </a:p>
          <a:p>
            <a:pPr lvl="2" eaLnBrk="1" latinLnBrk="0" hangingPunct="1"/>
            <a:r>
              <a:rPr lang="pl-PL" altLang="ko-KR" dirty="0"/>
              <a:t>Sample text</a:t>
            </a:r>
          </a:p>
          <a:p>
            <a:pPr lvl="3" eaLnBrk="1" latinLnBrk="0" hangingPunct="1"/>
            <a:r>
              <a:rPr lang="pl-PL" altLang="ko-KR" dirty="0"/>
              <a:t>Sample text</a:t>
            </a:r>
          </a:p>
          <a:p>
            <a:pPr lvl="4" eaLnBrk="1" latinLnBrk="0" hangingPunct="1"/>
            <a:r>
              <a:rPr lang="pl-PL" altLang="ko-KR" dirty="0"/>
              <a:t>Sample text</a:t>
            </a:r>
          </a:p>
        </p:txBody>
      </p:sp>
    </p:spTree>
    <p:extLst>
      <p:ext uri="{BB962C8B-B14F-4D97-AF65-F5344CB8AC3E}">
        <p14:creationId xmlns:p14="http://schemas.microsoft.com/office/powerpoint/2010/main" val="2220182369"/>
      </p:ext>
    </p:extLst>
  </p:cSld>
  <p:clrMapOvr>
    <a:overrideClrMapping bg1="lt1" tx1="dk1" bg2="lt2" tx2="dk2" accent1="accent1" accent2="accent2" accent3="accent3" accent4="accent4" accent5="accent5" accent6="accent6" hlink="hlink" folHlink="folHlink"/>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userDrawn="1">
  <p:cSld name="제목 및 내용">
    <p:bg>
      <p:bgRef idx="1001">
        <a:schemeClr val="bg1"/>
      </p:bgRef>
    </p:bg>
    <p:spTree>
      <p:nvGrpSpPr>
        <p:cNvPr id="1" name=""/>
        <p:cNvGrpSpPr/>
        <p:nvPr/>
      </p:nvGrpSpPr>
      <p:grpSpPr>
        <a:xfrm>
          <a:off x="0" y="0"/>
          <a:ext cx="0" cy="0"/>
          <a:chOff x="0" y="0"/>
          <a:chExt cx="0" cy="0"/>
        </a:xfrm>
      </p:grpSpPr>
      <p:cxnSp>
        <p:nvCxnSpPr>
          <p:cNvPr id="39" name="Straight Connector 38"/>
          <p:cNvCxnSpPr/>
          <p:nvPr userDrawn="1"/>
        </p:nvCxnSpPr>
        <p:spPr>
          <a:xfrm>
            <a:off x="457200" y="980728"/>
            <a:ext cx="8229600" cy="0"/>
          </a:xfrm>
          <a:prstGeom prst="line">
            <a:avLst/>
          </a:prstGeom>
          <a:ln w="12700"/>
        </p:spPr>
        <p:style>
          <a:lnRef idx="1">
            <a:schemeClr val="accent1"/>
          </a:lnRef>
          <a:fillRef idx="0">
            <a:schemeClr val="accent1"/>
          </a:fillRef>
          <a:effectRef idx="0">
            <a:schemeClr val="accent1"/>
          </a:effectRef>
          <a:fontRef idx="minor">
            <a:schemeClr val="tx1"/>
          </a:fontRef>
        </p:style>
      </p:cxnSp>
      <p:sp>
        <p:nvSpPr>
          <p:cNvPr id="40" name="내용 개체 틀 2"/>
          <p:cNvSpPr txBox="1">
            <a:spLocks/>
          </p:cNvSpPr>
          <p:nvPr userDrawn="1"/>
        </p:nvSpPr>
        <p:spPr>
          <a:xfrm>
            <a:off x="457200" y="1848192"/>
            <a:ext cx="8229600" cy="4389120"/>
          </a:xfrm>
          <a:prstGeom prst="rect">
            <a:avLst/>
          </a:prstGeom>
        </p:spPr>
        <p:txBody>
          <a:bodyPr>
            <a:normAutofit/>
          </a:bodyPr>
          <a:lstStyle>
            <a:lvl1pPr marL="274320" indent="-274320" algn="l" rtl="0" eaLnBrk="1" latinLnBrk="1" hangingPunct="1">
              <a:spcBef>
                <a:spcPct val="20000"/>
              </a:spcBef>
              <a:buClr>
                <a:schemeClr val="accent3"/>
              </a:buClr>
              <a:buSzPct val="95000"/>
              <a:buFont typeface="Wingdings 2"/>
              <a:buChar char=""/>
              <a:defRPr kumimoji="0" sz="2600" kern="1200">
                <a:solidFill>
                  <a:schemeClr val="tx1"/>
                </a:solidFill>
                <a:latin typeface="+mn-lt"/>
                <a:ea typeface="+mn-ea"/>
                <a:cs typeface="+mn-cs"/>
              </a:defRPr>
            </a:lvl1pPr>
            <a:lvl2pPr marL="640080" indent="-246888" algn="l" rtl="0" eaLnBrk="1" latinLnBrk="1" hangingPunct="1">
              <a:spcBef>
                <a:spcPct val="20000"/>
              </a:spcBef>
              <a:buClr>
                <a:schemeClr val="accent1"/>
              </a:buClr>
              <a:buSzPct val="85000"/>
              <a:buFont typeface="Wingdings 2"/>
              <a:buChar char=""/>
              <a:defRPr kumimoji="0" sz="2400" kern="1200">
                <a:solidFill>
                  <a:schemeClr val="tx1"/>
                </a:solidFill>
                <a:latin typeface="+mn-lt"/>
                <a:ea typeface="+mn-ea"/>
                <a:cs typeface="+mn-cs"/>
              </a:defRPr>
            </a:lvl2pPr>
            <a:lvl3pPr marL="914400" indent="-246888" algn="l" rtl="0" eaLnBrk="1" latinLnBrk="1" hangingPunct="1">
              <a:spcBef>
                <a:spcPct val="20000"/>
              </a:spcBef>
              <a:buClr>
                <a:schemeClr val="accent2"/>
              </a:buClr>
              <a:buSzPct val="70000"/>
              <a:buFont typeface="Wingdings 2"/>
              <a:buChar char=""/>
              <a:defRPr kumimoji="0" sz="2100" kern="1200">
                <a:solidFill>
                  <a:schemeClr val="tx1"/>
                </a:solidFill>
                <a:latin typeface="+mn-lt"/>
                <a:ea typeface="+mn-ea"/>
                <a:cs typeface="+mn-cs"/>
              </a:defRPr>
            </a:lvl3pPr>
            <a:lvl4pPr marL="1188720" indent="-210312" algn="l" rtl="0" eaLnBrk="1" latinLnBrk="1" hangingPunct="1">
              <a:spcBef>
                <a:spcPct val="20000"/>
              </a:spcBef>
              <a:buClr>
                <a:schemeClr val="accent3"/>
              </a:buClr>
              <a:buSzPct val="65000"/>
              <a:buFont typeface="Wingdings 2"/>
              <a:buChar char=""/>
              <a:defRPr kumimoji="0" sz="1800" kern="1200">
                <a:solidFill>
                  <a:schemeClr val="tx1"/>
                </a:solidFill>
                <a:latin typeface="+mn-lt"/>
                <a:ea typeface="+mn-ea"/>
                <a:cs typeface="+mn-cs"/>
              </a:defRPr>
            </a:lvl4pPr>
            <a:lvl5pPr marL="1463040" indent="-210312" algn="l" rtl="0" eaLnBrk="1" latinLnBrk="1" hangingPunct="1">
              <a:spcBef>
                <a:spcPct val="20000"/>
              </a:spcBef>
              <a:buClr>
                <a:schemeClr val="accent4"/>
              </a:buClr>
              <a:buSzPct val="65000"/>
              <a:buFont typeface="Wingdings 2"/>
              <a:buChar char=""/>
              <a:defRPr kumimoji="0" sz="1600" kern="1200">
                <a:solidFill>
                  <a:schemeClr val="tx1"/>
                </a:solidFill>
                <a:latin typeface="+mn-lt"/>
                <a:ea typeface="+mn-ea"/>
                <a:cs typeface="+mn-cs"/>
              </a:defRPr>
            </a:lvl5pPr>
            <a:lvl6pPr marL="1737360" indent="-210312" algn="l" rtl="0" eaLnBrk="1" latinLnBrk="1" hangingPunct="1">
              <a:spcBef>
                <a:spcPct val="20000"/>
              </a:spcBef>
              <a:buClr>
                <a:schemeClr val="accent5"/>
              </a:buClr>
              <a:buSzPct val="80000"/>
              <a:buFont typeface="Wingdings 2"/>
              <a:buChar char=""/>
              <a:defRPr kumimoji="0" sz="1800" kern="1200">
                <a:solidFill>
                  <a:schemeClr val="tx1"/>
                </a:solidFill>
                <a:latin typeface="+mn-lt"/>
                <a:ea typeface="+mn-ea"/>
                <a:cs typeface="+mn-cs"/>
              </a:defRPr>
            </a:lvl6pPr>
            <a:lvl7pPr marL="1920240" indent="-182880" algn="l" rtl="0" eaLnBrk="1" latinLnBrk="1" hangingPunct="1">
              <a:spcBef>
                <a:spcPct val="20000"/>
              </a:spcBef>
              <a:buClr>
                <a:schemeClr val="accent6"/>
              </a:buClr>
              <a:buSzPct val="80000"/>
              <a:buFont typeface="Wingdings 2"/>
              <a:buChar char=""/>
              <a:defRPr kumimoji="0" sz="1600" kern="1200" baseline="0">
                <a:solidFill>
                  <a:schemeClr val="tx1"/>
                </a:solidFill>
                <a:latin typeface="+mn-lt"/>
                <a:ea typeface="+mn-ea"/>
                <a:cs typeface="+mn-cs"/>
              </a:defRPr>
            </a:lvl7pPr>
            <a:lvl8pPr marL="2194560" indent="-182880" algn="l" rtl="0" eaLnBrk="1" latinLnBrk="1" hangingPunct="1">
              <a:spcBef>
                <a:spcPct val="20000"/>
              </a:spcBef>
              <a:buClr>
                <a:schemeClr val="tx2"/>
              </a:buClr>
              <a:buChar char="•"/>
              <a:defRPr kumimoji="0" sz="1600" kern="1200">
                <a:solidFill>
                  <a:schemeClr val="tx1"/>
                </a:solidFill>
                <a:latin typeface="+mn-lt"/>
                <a:ea typeface="+mn-ea"/>
                <a:cs typeface="+mn-cs"/>
              </a:defRPr>
            </a:lvl8pPr>
            <a:lvl9pPr marL="2468880" indent="-182880" algn="l" rtl="0" eaLnBrk="1" latinLnBrk="1" hangingPunct="1">
              <a:spcBef>
                <a:spcPct val="20000"/>
              </a:spcBef>
              <a:buClr>
                <a:schemeClr val="tx2"/>
              </a:buClr>
              <a:buFontTx/>
              <a:buChar char="•"/>
              <a:defRPr kumimoji="0" sz="1400" kern="1200" baseline="0">
                <a:solidFill>
                  <a:schemeClr val="tx1"/>
                </a:solidFill>
                <a:latin typeface="+mn-lt"/>
                <a:ea typeface="+mn-ea"/>
                <a:cs typeface="+mn-cs"/>
              </a:defRPr>
            </a:lvl9pPr>
          </a:lstStyle>
          <a:p>
            <a:pPr>
              <a:buClr>
                <a:srgbClr val="374971"/>
              </a:buClr>
              <a:buFont typeface="Wingdings" panose="05000000000000000000" pitchFamily="2" charset="2"/>
              <a:buChar char="§"/>
            </a:pPr>
            <a:endParaRPr lang="pl-PL" altLang="ko-KR" sz="1800" dirty="0">
              <a:solidFill>
                <a:srgbClr val="3B3838"/>
              </a:solidFill>
              <a:latin typeface="Arial" panose="020B0604020202020204" pitchFamily="34" charset="0"/>
              <a:cs typeface="Arial" panose="020B0604020202020204" pitchFamily="34" charset="0"/>
            </a:endParaRPr>
          </a:p>
        </p:txBody>
      </p:sp>
      <p:sp>
        <p:nvSpPr>
          <p:cNvPr id="41" name="Title Placeholder 3"/>
          <p:cNvSpPr>
            <a:spLocks noGrp="1"/>
          </p:cNvSpPr>
          <p:nvPr>
            <p:ph type="title"/>
          </p:nvPr>
        </p:nvSpPr>
        <p:spPr>
          <a:xfrm>
            <a:off x="457200" y="365125"/>
            <a:ext cx="8229600" cy="615603"/>
          </a:xfrm>
          <a:prstGeom prst="rect">
            <a:avLst/>
          </a:prstGeom>
        </p:spPr>
        <p:txBody>
          <a:bodyPr vert="horz" lIns="91440" tIns="45720" rIns="91440" bIns="45720" rtlCol="0" anchor="ctr">
            <a:noAutofit/>
          </a:bodyPr>
          <a:lstStyle/>
          <a:p>
            <a:r>
              <a:rPr lang="en-US" dirty="0"/>
              <a:t>Click to edit Master title style</a:t>
            </a:r>
            <a:endParaRPr lang="pl-PL" dirty="0"/>
          </a:p>
        </p:txBody>
      </p:sp>
      <p:sp>
        <p:nvSpPr>
          <p:cNvPr id="43" name="Slide Number Placeholder 5"/>
          <p:cNvSpPr>
            <a:spLocks noGrp="1"/>
          </p:cNvSpPr>
          <p:nvPr>
            <p:ph type="sldNum" sz="quarter" idx="4"/>
          </p:nvPr>
        </p:nvSpPr>
        <p:spPr>
          <a:xfrm>
            <a:off x="7051104" y="6597352"/>
            <a:ext cx="2057400" cy="196132"/>
          </a:xfrm>
          <a:prstGeom prst="rect">
            <a:avLst/>
          </a:prstGeom>
        </p:spPr>
        <p:txBody>
          <a:bodyPr vert="horz" lIns="91440" tIns="45720" rIns="91440" bIns="45720" rtlCol="0" anchor="ctr"/>
          <a:lstStyle>
            <a:lvl1pPr algn="r">
              <a:defRPr sz="1200">
                <a:solidFill>
                  <a:schemeClr val="bg1"/>
                </a:solidFill>
              </a:defRPr>
            </a:lvl1pPr>
          </a:lstStyle>
          <a:p>
            <a:fld id="{42AF35AD-09C2-4EBD-8934-72FD947EF48F}" type="slidenum">
              <a:rPr lang="pl-PL" smtClean="0"/>
              <a:pPr/>
              <a:t>‹#›</a:t>
            </a:fld>
            <a:endParaRPr lang="pl-PL" dirty="0"/>
          </a:p>
        </p:txBody>
      </p:sp>
      <p:sp>
        <p:nvSpPr>
          <p:cNvPr id="48" name="내용 개체 틀 2"/>
          <p:cNvSpPr>
            <a:spLocks noGrp="1"/>
          </p:cNvSpPr>
          <p:nvPr>
            <p:ph idx="1" hasCustomPrompt="1"/>
          </p:nvPr>
        </p:nvSpPr>
        <p:spPr>
          <a:xfrm>
            <a:off x="457200" y="1935480"/>
            <a:ext cx="8229600" cy="4389120"/>
          </a:xfrm>
          <a:prstGeom prst="rect">
            <a:avLst/>
          </a:prstGeom>
        </p:spPr>
        <p:txBody>
          <a:bodyPr/>
          <a:lstStyle>
            <a:lvl1pPr eaLnBrk="1" latinLnBrk="0" hangingPunct="1">
              <a:spcAft>
                <a:spcPts val="600"/>
              </a:spcAft>
              <a:defRPr/>
            </a:lvl1pPr>
            <a:lvl2pPr marL="640080" indent="-246888" eaLnBrk="1" latinLnBrk="0" hangingPunct="1">
              <a:spcAft>
                <a:spcPts val="600"/>
              </a:spcAft>
              <a:buClr>
                <a:srgbClr val="374971"/>
              </a:buClr>
              <a:buFont typeface="Arial" panose="020B0604020202020204" pitchFamily="34" charset="0"/>
              <a:buChar char="−"/>
              <a:defRPr/>
            </a:lvl2pPr>
            <a:lvl3pPr marL="914400" indent="-246888" eaLnBrk="1" latinLnBrk="0" hangingPunct="1">
              <a:spcAft>
                <a:spcPts val="600"/>
              </a:spcAft>
              <a:buClr>
                <a:srgbClr val="374971"/>
              </a:buClr>
              <a:buFont typeface="Wingdings" panose="05000000000000000000" pitchFamily="2" charset="2"/>
              <a:buChar char="§"/>
              <a:defRPr/>
            </a:lvl3pPr>
            <a:lvl4pPr marL="1188720" indent="-210312" eaLnBrk="1" latinLnBrk="0" hangingPunct="1">
              <a:spcAft>
                <a:spcPts val="600"/>
              </a:spcAft>
              <a:buClr>
                <a:srgbClr val="374971"/>
              </a:buClr>
              <a:buFont typeface="Arial" panose="020B0604020202020204" pitchFamily="34" charset="0"/>
              <a:buChar char="−"/>
              <a:defRPr/>
            </a:lvl4pPr>
            <a:lvl5pPr marL="1463040" indent="-210312" eaLnBrk="1" latinLnBrk="0" hangingPunct="1">
              <a:spcAft>
                <a:spcPts val="600"/>
              </a:spcAft>
              <a:buClr>
                <a:srgbClr val="374971"/>
              </a:buClr>
              <a:buFont typeface="Wingdings" panose="05000000000000000000" pitchFamily="2" charset="2"/>
              <a:buChar char="§"/>
              <a:defRPr/>
            </a:lvl5pPr>
          </a:lstStyle>
          <a:p>
            <a:pPr lvl="0" eaLnBrk="1" latinLnBrk="0" hangingPunct="1"/>
            <a:r>
              <a:rPr lang="pl-PL" altLang="ko-KR" dirty="0"/>
              <a:t>Sample text</a:t>
            </a:r>
          </a:p>
          <a:p>
            <a:pPr lvl="1" eaLnBrk="1" latinLnBrk="0" hangingPunct="1"/>
            <a:r>
              <a:rPr lang="pl-PL" altLang="ko-KR" dirty="0"/>
              <a:t>Sample text</a:t>
            </a:r>
          </a:p>
          <a:p>
            <a:pPr lvl="2" eaLnBrk="1" latinLnBrk="0" hangingPunct="1"/>
            <a:r>
              <a:rPr lang="pl-PL" altLang="ko-KR" dirty="0"/>
              <a:t>Sample text</a:t>
            </a:r>
          </a:p>
          <a:p>
            <a:pPr lvl="3" eaLnBrk="1" latinLnBrk="0" hangingPunct="1"/>
            <a:r>
              <a:rPr lang="pl-PL" altLang="ko-KR" dirty="0"/>
              <a:t>Sample text</a:t>
            </a:r>
          </a:p>
          <a:p>
            <a:pPr lvl="4" eaLnBrk="1" latinLnBrk="0" hangingPunct="1"/>
            <a:r>
              <a:rPr lang="pl-PL" altLang="ko-KR" dirty="0"/>
              <a:t>Sample text</a:t>
            </a:r>
          </a:p>
        </p:txBody>
      </p:sp>
    </p:spTree>
    <p:extLst>
      <p:ext uri="{BB962C8B-B14F-4D97-AF65-F5344CB8AC3E}">
        <p14:creationId xmlns:p14="http://schemas.microsoft.com/office/powerpoint/2010/main" val="653556627"/>
      </p:ext>
    </p:extLst>
  </p:cSld>
  <p:clrMapOvr>
    <a:overrideClrMapping bg1="lt1" tx1="dk1" bg2="lt2" tx2="dk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Use-Case">
    <p:bg>
      <p:bgRef idx="1001">
        <a:schemeClr val="bg1"/>
      </p:bgRef>
    </p:bg>
    <p:spTree>
      <p:nvGrpSpPr>
        <p:cNvPr id="1" name=""/>
        <p:cNvGrpSpPr/>
        <p:nvPr/>
      </p:nvGrpSpPr>
      <p:grpSpPr>
        <a:xfrm>
          <a:off x="0" y="0"/>
          <a:ext cx="0" cy="0"/>
          <a:chOff x="0" y="0"/>
          <a:chExt cx="0" cy="0"/>
        </a:xfrm>
      </p:grpSpPr>
      <p:sp>
        <p:nvSpPr>
          <p:cNvPr id="41" name="Title Placeholder 3"/>
          <p:cNvSpPr>
            <a:spLocks noGrp="1"/>
          </p:cNvSpPr>
          <p:nvPr>
            <p:ph type="title"/>
          </p:nvPr>
        </p:nvSpPr>
        <p:spPr>
          <a:xfrm>
            <a:off x="2123728" y="365125"/>
            <a:ext cx="6563072" cy="615603"/>
          </a:xfrm>
          <a:prstGeom prst="rect">
            <a:avLst/>
          </a:prstGeom>
        </p:spPr>
        <p:txBody>
          <a:bodyPr vert="horz" lIns="91440" tIns="45720" rIns="91440" bIns="45720" rtlCol="0" anchor="ctr">
            <a:noAutofit/>
          </a:bodyPr>
          <a:lstStyle/>
          <a:p>
            <a:endParaRPr lang="pl-PL" dirty="0"/>
          </a:p>
        </p:txBody>
      </p:sp>
      <p:sp>
        <p:nvSpPr>
          <p:cNvPr id="43" name="Slide Number Placeholder 5"/>
          <p:cNvSpPr>
            <a:spLocks noGrp="1"/>
          </p:cNvSpPr>
          <p:nvPr>
            <p:ph type="sldNum" sz="quarter" idx="4"/>
          </p:nvPr>
        </p:nvSpPr>
        <p:spPr>
          <a:xfrm>
            <a:off x="7051104" y="6597352"/>
            <a:ext cx="2057400" cy="196132"/>
          </a:xfrm>
          <a:prstGeom prst="rect">
            <a:avLst/>
          </a:prstGeom>
        </p:spPr>
        <p:txBody>
          <a:bodyPr vert="horz" lIns="91440" tIns="45720" rIns="91440" bIns="45720" rtlCol="0" anchor="ctr"/>
          <a:lstStyle>
            <a:lvl1pPr algn="r">
              <a:defRPr sz="1200">
                <a:solidFill>
                  <a:schemeClr val="bg1"/>
                </a:solidFill>
              </a:defRPr>
            </a:lvl1pPr>
          </a:lstStyle>
          <a:p>
            <a:fld id="{42AF35AD-09C2-4EBD-8934-72FD947EF48F}" type="slidenum">
              <a:rPr lang="pl-PL" smtClean="0"/>
              <a:pPr/>
              <a:t>‹#›</a:t>
            </a:fld>
            <a:endParaRPr lang="pl-PL" dirty="0"/>
          </a:p>
        </p:txBody>
      </p:sp>
      <p:sp>
        <p:nvSpPr>
          <p:cNvPr id="7" name="내용 개체 틀 2"/>
          <p:cNvSpPr>
            <a:spLocks noGrp="1"/>
          </p:cNvSpPr>
          <p:nvPr>
            <p:ph idx="1" hasCustomPrompt="1"/>
          </p:nvPr>
        </p:nvSpPr>
        <p:spPr>
          <a:xfrm>
            <a:off x="457200" y="1935480"/>
            <a:ext cx="8229600" cy="4389120"/>
          </a:xfrm>
          <a:prstGeom prst="rect">
            <a:avLst/>
          </a:prstGeom>
        </p:spPr>
        <p:txBody>
          <a:bodyPr/>
          <a:lstStyle>
            <a:lvl1pPr eaLnBrk="1" latinLnBrk="0" hangingPunct="1">
              <a:spcAft>
                <a:spcPts val="600"/>
              </a:spcAft>
              <a:defRPr/>
            </a:lvl1pPr>
            <a:lvl2pPr marL="640080" indent="-246888" eaLnBrk="1" latinLnBrk="0" hangingPunct="1">
              <a:spcAft>
                <a:spcPts val="600"/>
              </a:spcAft>
              <a:buClr>
                <a:srgbClr val="374971"/>
              </a:buClr>
              <a:buFont typeface="Arial" panose="020B0604020202020204" pitchFamily="34" charset="0"/>
              <a:buChar char="−"/>
              <a:defRPr/>
            </a:lvl2pPr>
            <a:lvl3pPr marL="914400" indent="-246888" eaLnBrk="1" latinLnBrk="0" hangingPunct="1">
              <a:spcAft>
                <a:spcPts val="600"/>
              </a:spcAft>
              <a:buClr>
                <a:srgbClr val="374971"/>
              </a:buClr>
              <a:buFont typeface="Wingdings" panose="05000000000000000000" pitchFamily="2" charset="2"/>
              <a:buChar char="§"/>
              <a:defRPr/>
            </a:lvl3pPr>
            <a:lvl4pPr marL="1188720" indent="-210312" eaLnBrk="1" latinLnBrk="0" hangingPunct="1">
              <a:spcAft>
                <a:spcPts val="600"/>
              </a:spcAft>
              <a:buClr>
                <a:srgbClr val="374971"/>
              </a:buClr>
              <a:buFont typeface="Arial" panose="020B0604020202020204" pitchFamily="34" charset="0"/>
              <a:buChar char="−"/>
              <a:defRPr/>
            </a:lvl4pPr>
            <a:lvl5pPr marL="1463040" indent="-210312" eaLnBrk="1" latinLnBrk="0" hangingPunct="1">
              <a:spcAft>
                <a:spcPts val="600"/>
              </a:spcAft>
              <a:buClr>
                <a:srgbClr val="374971"/>
              </a:buClr>
              <a:buFont typeface="Wingdings" panose="05000000000000000000" pitchFamily="2" charset="2"/>
              <a:buChar char="§"/>
              <a:defRPr/>
            </a:lvl5pPr>
          </a:lstStyle>
          <a:p>
            <a:pPr lvl="0" eaLnBrk="1" latinLnBrk="0" hangingPunct="1"/>
            <a:r>
              <a:rPr lang="pl-PL" altLang="ko-KR" dirty="0"/>
              <a:t>Sample text</a:t>
            </a:r>
          </a:p>
          <a:p>
            <a:pPr lvl="1" eaLnBrk="1" latinLnBrk="0" hangingPunct="1"/>
            <a:r>
              <a:rPr lang="pl-PL" altLang="ko-KR" dirty="0"/>
              <a:t>Sample text</a:t>
            </a:r>
          </a:p>
          <a:p>
            <a:pPr lvl="2" eaLnBrk="1" latinLnBrk="0" hangingPunct="1"/>
            <a:r>
              <a:rPr lang="pl-PL" altLang="ko-KR" dirty="0"/>
              <a:t>Sample text</a:t>
            </a:r>
          </a:p>
          <a:p>
            <a:pPr lvl="3" eaLnBrk="1" latinLnBrk="0" hangingPunct="1"/>
            <a:r>
              <a:rPr lang="pl-PL" altLang="ko-KR" dirty="0"/>
              <a:t>Sample text</a:t>
            </a:r>
          </a:p>
          <a:p>
            <a:pPr lvl="4" eaLnBrk="1" latinLnBrk="0" hangingPunct="1"/>
            <a:r>
              <a:rPr lang="pl-PL" altLang="ko-KR" dirty="0"/>
              <a:t>Sample text</a:t>
            </a:r>
          </a:p>
        </p:txBody>
      </p:sp>
    </p:spTree>
    <p:extLst>
      <p:ext uri="{BB962C8B-B14F-4D97-AF65-F5344CB8AC3E}">
        <p14:creationId xmlns:p14="http://schemas.microsoft.com/office/powerpoint/2010/main" val="1609317074"/>
      </p:ext>
    </p:extLst>
  </p:cSld>
  <p:clrMapOvr>
    <a:overrideClrMapping bg1="lt1" tx1="dk1" bg2="lt2" tx2="dk2" accent1="accent1" accent2="accent2" accent3="accent3" accent4="accent4" accent5="accent5" accent6="accent6" hlink="hlink" folHlink="folHlink"/>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Application Name">
    <p:bg>
      <p:bgRef idx="1001">
        <a:schemeClr val="bg1"/>
      </p:bgRef>
    </p:bg>
    <p:spTree>
      <p:nvGrpSpPr>
        <p:cNvPr id="1" name=""/>
        <p:cNvGrpSpPr/>
        <p:nvPr/>
      </p:nvGrpSpPr>
      <p:grpSpPr>
        <a:xfrm>
          <a:off x="0" y="0"/>
          <a:ext cx="0" cy="0"/>
          <a:chOff x="0" y="0"/>
          <a:chExt cx="0" cy="0"/>
        </a:xfrm>
      </p:grpSpPr>
      <p:sp>
        <p:nvSpPr>
          <p:cNvPr id="8" name="Text Placeholder 7"/>
          <p:cNvSpPr>
            <a:spLocks noGrp="1"/>
          </p:cNvSpPr>
          <p:nvPr>
            <p:ph type="body" sz="quarter" idx="10" hasCustomPrompt="1"/>
          </p:nvPr>
        </p:nvSpPr>
        <p:spPr>
          <a:xfrm>
            <a:off x="827584" y="2852936"/>
            <a:ext cx="7848872" cy="1008112"/>
          </a:xfrm>
          <a:prstGeom prst="rect">
            <a:avLst/>
          </a:prstGeom>
        </p:spPr>
        <p:txBody>
          <a:bodyPr/>
          <a:lstStyle>
            <a:lvl1pPr marL="0" indent="0">
              <a:buNone/>
              <a:defRPr/>
            </a:lvl1pPr>
          </a:lstStyle>
          <a:p>
            <a:pPr lvl="0"/>
            <a:r>
              <a:rPr lang="pl-PL" dirty="0"/>
              <a:t>Application Name</a:t>
            </a:r>
          </a:p>
        </p:txBody>
      </p:sp>
      <p:sp>
        <p:nvSpPr>
          <p:cNvPr id="13" name="Text Placeholder 7"/>
          <p:cNvSpPr>
            <a:spLocks noGrp="1"/>
          </p:cNvSpPr>
          <p:nvPr>
            <p:ph type="body" sz="quarter" idx="11" hasCustomPrompt="1"/>
          </p:nvPr>
        </p:nvSpPr>
        <p:spPr>
          <a:xfrm>
            <a:off x="827584" y="3933056"/>
            <a:ext cx="7848872" cy="576064"/>
          </a:xfrm>
          <a:prstGeom prst="rect">
            <a:avLst/>
          </a:prstGeom>
        </p:spPr>
        <p:txBody>
          <a:bodyPr/>
          <a:lstStyle>
            <a:lvl1pPr marL="0" indent="0">
              <a:buNone/>
              <a:defRPr sz="4000" b="0"/>
            </a:lvl1pPr>
          </a:lstStyle>
          <a:p>
            <a:pPr lvl="0"/>
            <a:r>
              <a:rPr lang="pl-PL" dirty="0"/>
              <a:t>CP Name</a:t>
            </a:r>
          </a:p>
        </p:txBody>
      </p:sp>
    </p:spTree>
    <p:extLst>
      <p:ext uri="{BB962C8B-B14F-4D97-AF65-F5344CB8AC3E}">
        <p14:creationId xmlns:p14="http://schemas.microsoft.com/office/powerpoint/2010/main" val="416915257"/>
      </p:ext>
    </p:extLst>
  </p:cSld>
  <p:clrMapOvr>
    <a:overrideClrMapping bg1="lt1" tx1="dk1" bg2="lt2" tx2="dk2" accent1="accent1" accent2="accent2" accent3="accent3" accent4="accent4" accent5="accent5" accent6="accent6" hlink="hlink" folHlink="folHlink"/>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theme" Target="../theme/theme3.xml"/><Relationship Id="rId3" Type="http://schemas.openxmlformats.org/officeDocument/2006/relationships/image" Target="../media/image2.png"/></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slideLayout" Target="../slideLayouts/slideLayout5.xml"/><Relationship Id="rId3" Type="http://schemas.openxmlformats.org/officeDocument/2006/relationships/theme" Target="../theme/theme4.xml"/><Relationship Id="rId4" Type="http://schemas.openxmlformats.org/officeDocument/2006/relationships/image" Target="../media/image3.png"/></Relationships>
</file>

<file path=ppt/slideMasters/_rels/slideMaster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Layout" Target="../slideLayouts/slideLayout7.xml"/><Relationship Id="rId3" Type="http://schemas.openxmlformats.org/officeDocument/2006/relationships/theme" Target="../theme/theme5.xml"/><Relationship Id="rId4" Type="http://schemas.openxmlformats.org/officeDocument/2006/relationships/image" Target="../media/image4.png"/></Relationships>
</file>

<file path=ppt/slideMasters/_rels/slideMaster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slideLayout" Target="../slideLayouts/slideLayout9.xml"/><Relationship Id="rId3" Type="http://schemas.openxmlformats.org/officeDocument/2006/relationships/theme" Target="../theme/theme6.xml"/><Relationship Id="rId4" Type="http://schemas.openxmlformats.org/officeDocument/2006/relationships/image" Target="../media/image5.png"/></Relationships>
</file>

<file path=ppt/slideMasters/_rels/slideMaster7.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theme" Target="../theme/theme7.xml"/><Relationship Id="rId3" Type="http://schemas.openxmlformats.org/officeDocument/2006/relationships/image" Target="../media/image6.png"/></Relationships>
</file>

<file path=ppt/slideMasters/_rels/slideMaster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theme" Target="../theme/theme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8" name="Rectangle 27"/>
          <p:cNvSpPr/>
          <p:nvPr userDrawn="1"/>
        </p:nvSpPr>
        <p:spPr>
          <a:xfrm>
            <a:off x="0" y="6525344"/>
            <a:ext cx="9144000" cy="332656"/>
          </a:xfrm>
          <a:prstGeom prst="rect">
            <a:avLst/>
          </a:prstGeom>
          <a:solidFill>
            <a:srgbClr val="37497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l-PL"/>
          </a:p>
        </p:txBody>
      </p:sp>
      <p:cxnSp>
        <p:nvCxnSpPr>
          <p:cNvPr id="29" name="Straight Connector 28"/>
          <p:cNvCxnSpPr/>
          <p:nvPr userDrawn="1"/>
        </p:nvCxnSpPr>
        <p:spPr>
          <a:xfrm>
            <a:off x="0" y="980728"/>
            <a:ext cx="8686800" cy="0"/>
          </a:xfrm>
          <a:prstGeom prst="line">
            <a:avLst/>
          </a:prstGeom>
          <a:ln w="12700"/>
        </p:spPr>
        <p:style>
          <a:lnRef idx="1">
            <a:schemeClr val="accent1"/>
          </a:lnRef>
          <a:fillRef idx="0">
            <a:schemeClr val="accent1"/>
          </a:fillRef>
          <a:effectRef idx="0">
            <a:schemeClr val="accent1"/>
          </a:effectRef>
          <a:fontRef idx="minor">
            <a:schemeClr val="tx1"/>
          </a:fontRef>
        </p:style>
      </p:cxnSp>
      <p:sp>
        <p:nvSpPr>
          <p:cNvPr id="32" name="내용 개체 틀 2"/>
          <p:cNvSpPr txBox="1">
            <a:spLocks/>
          </p:cNvSpPr>
          <p:nvPr userDrawn="1"/>
        </p:nvSpPr>
        <p:spPr>
          <a:xfrm>
            <a:off x="457200" y="1848192"/>
            <a:ext cx="8229600" cy="4389120"/>
          </a:xfrm>
          <a:prstGeom prst="rect">
            <a:avLst/>
          </a:prstGeom>
        </p:spPr>
        <p:txBody>
          <a:bodyPr>
            <a:normAutofit/>
          </a:bodyPr>
          <a:lstStyle>
            <a:lvl1pPr marL="274320" indent="-274320" algn="l" rtl="0" eaLnBrk="1" latinLnBrk="1" hangingPunct="1">
              <a:spcBef>
                <a:spcPct val="20000"/>
              </a:spcBef>
              <a:buClr>
                <a:schemeClr val="accent3"/>
              </a:buClr>
              <a:buSzPct val="95000"/>
              <a:buFont typeface="Wingdings 2"/>
              <a:buChar char=""/>
              <a:defRPr kumimoji="0" sz="2600" kern="1200">
                <a:solidFill>
                  <a:schemeClr val="tx1"/>
                </a:solidFill>
                <a:latin typeface="+mn-lt"/>
                <a:ea typeface="+mn-ea"/>
                <a:cs typeface="+mn-cs"/>
              </a:defRPr>
            </a:lvl1pPr>
            <a:lvl2pPr marL="640080" indent="-246888" algn="l" rtl="0" eaLnBrk="1" latinLnBrk="1" hangingPunct="1">
              <a:spcBef>
                <a:spcPct val="20000"/>
              </a:spcBef>
              <a:buClr>
                <a:schemeClr val="accent1"/>
              </a:buClr>
              <a:buSzPct val="85000"/>
              <a:buFont typeface="Wingdings 2"/>
              <a:buChar char=""/>
              <a:defRPr kumimoji="0" sz="2400" kern="1200">
                <a:solidFill>
                  <a:schemeClr val="tx1"/>
                </a:solidFill>
                <a:latin typeface="+mn-lt"/>
                <a:ea typeface="+mn-ea"/>
                <a:cs typeface="+mn-cs"/>
              </a:defRPr>
            </a:lvl2pPr>
            <a:lvl3pPr marL="914400" indent="-246888" algn="l" rtl="0" eaLnBrk="1" latinLnBrk="1" hangingPunct="1">
              <a:spcBef>
                <a:spcPct val="20000"/>
              </a:spcBef>
              <a:buClr>
                <a:schemeClr val="accent2"/>
              </a:buClr>
              <a:buSzPct val="70000"/>
              <a:buFont typeface="Wingdings 2"/>
              <a:buChar char=""/>
              <a:defRPr kumimoji="0" sz="2100" kern="1200">
                <a:solidFill>
                  <a:schemeClr val="tx1"/>
                </a:solidFill>
                <a:latin typeface="+mn-lt"/>
                <a:ea typeface="+mn-ea"/>
                <a:cs typeface="+mn-cs"/>
              </a:defRPr>
            </a:lvl3pPr>
            <a:lvl4pPr marL="1188720" indent="-210312" algn="l" rtl="0" eaLnBrk="1" latinLnBrk="1" hangingPunct="1">
              <a:spcBef>
                <a:spcPct val="20000"/>
              </a:spcBef>
              <a:buClr>
                <a:schemeClr val="accent3"/>
              </a:buClr>
              <a:buSzPct val="65000"/>
              <a:buFont typeface="Wingdings 2"/>
              <a:buChar char=""/>
              <a:defRPr kumimoji="0" sz="1800" kern="1200">
                <a:solidFill>
                  <a:schemeClr val="tx1"/>
                </a:solidFill>
                <a:latin typeface="+mn-lt"/>
                <a:ea typeface="+mn-ea"/>
                <a:cs typeface="+mn-cs"/>
              </a:defRPr>
            </a:lvl4pPr>
            <a:lvl5pPr marL="1463040" indent="-210312" algn="l" rtl="0" eaLnBrk="1" latinLnBrk="1" hangingPunct="1">
              <a:spcBef>
                <a:spcPct val="20000"/>
              </a:spcBef>
              <a:buClr>
                <a:schemeClr val="accent4"/>
              </a:buClr>
              <a:buSzPct val="65000"/>
              <a:buFont typeface="Wingdings 2"/>
              <a:buChar char=""/>
              <a:defRPr kumimoji="0" sz="1600" kern="1200">
                <a:solidFill>
                  <a:schemeClr val="tx1"/>
                </a:solidFill>
                <a:latin typeface="+mn-lt"/>
                <a:ea typeface="+mn-ea"/>
                <a:cs typeface="+mn-cs"/>
              </a:defRPr>
            </a:lvl5pPr>
            <a:lvl6pPr marL="1737360" indent="-210312" algn="l" rtl="0" eaLnBrk="1" latinLnBrk="1" hangingPunct="1">
              <a:spcBef>
                <a:spcPct val="20000"/>
              </a:spcBef>
              <a:buClr>
                <a:schemeClr val="accent5"/>
              </a:buClr>
              <a:buSzPct val="80000"/>
              <a:buFont typeface="Wingdings 2"/>
              <a:buChar char=""/>
              <a:defRPr kumimoji="0" sz="1800" kern="1200">
                <a:solidFill>
                  <a:schemeClr val="tx1"/>
                </a:solidFill>
                <a:latin typeface="+mn-lt"/>
                <a:ea typeface="+mn-ea"/>
                <a:cs typeface="+mn-cs"/>
              </a:defRPr>
            </a:lvl6pPr>
            <a:lvl7pPr marL="1920240" indent="-182880" algn="l" rtl="0" eaLnBrk="1" latinLnBrk="1" hangingPunct="1">
              <a:spcBef>
                <a:spcPct val="20000"/>
              </a:spcBef>
              <a:buClr>
                <a:schemeClr val="accent6"/>
              </a:buClr>
              <a:buSzPct val="80000"/>
              <a:buFont typeface="Wingdings 2"/>
              <a:buChar char=""/>
              <a:defRPr kumimoji="0" sz="1600" kern="1200" baseline="0">
                <a:solidFill>
                  <a:schemeClr val="tx1"/>
                </a:solidFill>
                <a:latin typeface="+mn-lt"/>
                <a:ea typeface="+mn-ea"/>
                <a:cs typeface="+mn-cs"/>
              </a:defRPr>
            </a:lvl7pPr>
            <a:lvl8pPr marL="2194560" indent="-182880" algn="l" rtl="0" eaLnBrk="1" latinLnBrk="1" hangingPunct="1">
              <a:spcBef>
                <a:spcPct val="20000"/>
              </a:spcBef>
              <a:buClr>
                <a:schemeClr val="tx2"/>
              </a:buClr>
              <a:buChar char="•"/>
              <a:defRPr kumimoji="0" sz="1600" kern="1200">
                <a:solidFill>
                  <a:schemeClr val="tx1"/>
                </a:solidFill>
                <a:latin typeface="+mn-lt"/>
                <a:ea typeface="+mn-ea"/>
                <a:cs typeface="+mn-cs"/>
              </a:defRPr>
            </a:lvl8pPr>
            <a:lvl9pPr marL="2468880" indent="-182880" algn="l" rtl="0" eaLnBrk="1" latinLnBrk="1" hangingPunct="1">
              <a:spcBef>
                <a:spcPct val="20000"/>
              </a:spcBef>
              <a:buClr>
                <a:schemeClr val="tx2"/>
              </a:buClr>
              <a:buFontTx/>
              <a:buChar char="•"/>
              <a:defRPr kumimoji="0" sz="1400" kern="1200" baseline="0">
                <a:solidFill>
                  <a:schemeClr val="tx1"/>
                </a:solidFill>
                <a:latin typeface="+mn-lt"/>
                <a:ea typeface="+mn-ea"/>
                <a:cs typeface="+mn-cs"/>
              </a:defRPr>
            </a:lvl9pPr>
          </a:lstStyle>
          <a:p>
            <a:pPr>
              <a:buClr>
                <a:srgbClr val="374971"/>
              </a:buClr>
              <a:buFont typeface="Wingdings" panose="05000000000000000000" pitchFamily="2" charset="2"/>
              <a:buChar char="§"/>
            </a:pPr>
            <a:endParaRPr lang="pl-PL" altLang="ko-KR" sz="1800" dirty="0">
              <a:solidFill>
                <a:srgbClr val="3B3838"/>
              </a:solidFill>
              <a:latin typeface="Arial" panose="020B0604020202020204" pitchFamily="34" charset="0"/>
              <a:cs typeface="Arial" panose="020B0604020202020204" pitchFamily="34" charset="0"/>
            </a:endParaRPr>
          </a:p>
        </p:txBody>
      </p:sp>
      <p:sp>
        <p:nvSpPr>
          <p:cNvPr id="4" name="Title Placeholder 3"/>
          <p:cNvSpPr>
            <a:spLocks noGrp="1"/>
          </p:cNvSpPr>
          <p:nvPr>
            <p:ph type="title"/>
          </p:nvPr>
        </p:nvSpPr>
        <p:spPr>
          <a:xfrm>
            <a:off x="457200" y="365125"/>
            <a:ext cx="8229600" cy="615603"/>
          </a:xfrm>
          <a:prstGeom prst="rect">
            <a:avLst/>
          </a:prstGeom>
        </p:spPr>
        <p:txBody>
          <a:bodyPr vert="horz" lIns="91440" tIns="45720" rIns="91440" bIns="45720" rtlCol="0" anchor="ctr">
            <a:noAutofit/>
          </a:bodyPr>
          <a:lstStyle/>
          <a:p>
            <a:r>
              <a:rPr lang="en-US" dirty="0"/>
              <a:t>Click to edit Master title style</a:t>
            </a:r>
            <a:endParaRPr lang="pl-PL" dirty="0"/>
          </a:p>
        </p:txBody>
      </p:sp>
      <p:sp>
        <p:nvSpPr>
          <p:cNvPr id="6" name="Slide Number Placeholder 5"/>
          <p:cNvSpPr>
            <a:spLocks noGrp="1"/>
          </p:cNvSpPr>
          <p:nvPr>
            <p:ph type="sldNum" sz="quarter" idx="4"/>
          </p:nvPr>
        </p:nvSpPr>
        <p:spPr>
          <a:xfrm>
            <a:off x="7078166" y="6617244"/>
            <a:ext cx="2057400" cy="196132"/>
          </a:xfrm>
          <a:prstGeom prst="rect">
            <a:avLst/>
          </a:prstGeom>
        </p:spPr>
        <p:txBody>
          <a:bodyPr vert="horz" lIns="91440" tIns="45720" rIns="91440" bIns="45720" rtlCol="0" anchor="ctr"/>
          <a:lstStyle>
            <a:lvl1pPr algn="r">
              <a:defRPr sz="1200">
                <a:solidFill>
                  <a:schemeClr val="bg1"/>
                </a:solidFill>
              </a:defRPr>
            </a:lvl1pPr>
          </a:lstStyle>
          <a:p>
            <a:fld id="{12AAE51A-D9A9-4328-8D90-B9EADBAC13AD}" type="slidenum">
              <a:rPr lang="pl-PL" smtClean="0"/>
              <a:pPr/>
              <a:t>‹#›</a:t>
            </a:fld>
            <a:endParaRPr lang="pl-PL" dirty="0"/>
          </a:p>
        </p:txBody>
      </p:sp>
    </p:spTree>
  </p:cSld>
  <p:clrMap bg1="lt1" tx1="dk1" bg2="lt2" tx2="dk2" accent1="accent1" accent2="accent2" accent3="accent3" accent4="accent4" accent5="accent5" accent6="accent6" hlink="hlink" folHlink="folHlink"/>
  <p:sldLayoutIdLst>
    <p:sldLayoutId id="2147483774" r:id="rId1"/>
  </p:sldLayoutIdLst>
  <p:hf hdr="0" dt="0"/>
  <p:txStyles>
    <p:titleStyle>
      <a:lvl1pPr algn="r" rtl="0" eaLnBrk="1" latinLnBrk="1" hangingPunct="1">
        <a:spcBef>
          <a:spcPct val="0"/>
        </a:spcBef>
        <a:buNone/>
        <a:defRPr kumimoji="0" sz="2800" b="0" kern="1200">
          <a:ln>
            <a:noFill/>
          </a:ln>
          <a:solidFill>
            <a:srgbClr val="374971"/>
          </a:solidFill>
          <a:effectLst/>
          <a:latin typeface="+mj-lt"/>
          <a:ea typeface="+mj-ea"/>
          <a:cs typeface="+mj-cs"/>
        </a:defRPr>
      </a:lvl1pPr>
    </p:titleStyle>
    <p:bodyStyle>
      <a:lvl1pPr marL="285750" indent="-285750" algn="l" rtl="0" eaLnBrk="1" latinLnBrk="0" hangingPunct="1">
        <a:spcBef>
          <a:spcPct val="20000"/>
        </a:spcBef>
        <a:spcAft>
          <a:spcPts val="600"/>
        </a:spcAft>
        <a:buClr>
          <a:srgbClr val="374971"/>
        </a:buClr>
        <a:buSzPct val="95000"/>
        <a:buFont typeface="Wingdings" panose="05000000000000000000" pitchFamily="2" charset="2"/>
        <a:buChar char="§"/>
        <a:defRPr kumimoji="0" sz="1800" kern="1200">
          <a:solidFill>
            <a:schemeClr val="tx1"/>
          </a:solidFill>
          <a:latin typeface="+mn-lt"/>
          <a:ea typeface="+mn-ea"/>
          <a:cs typeface="+mn-cs"/>
        </a:defRPr>
      </a:lvl1pPr>
      <a:lvl2pPr marL="640080" indent="-246888" algn="l" rtl="0" eaLnBrk="1" latinLnBrk="0" hangingPunct="1">
        <a:spcBef>
          <a:spcPct val="20000"/>
        </a:spcBef>
        <a:spcAft>
          <a:spcPts val="600"/>
        </a:spcAft>
        <a:buClr>
          <a:schemeClr val="accent1"/>
        </a:buClr>
        <a:buSzPct val="85000"/>
        <a:buFont typeface="Wingdings 2"/>
        <a:buChar char=""/>
        <a:defRPr kumimoji="0" sz="1800" kern="1200">
          <a:solidFill>
            <a:schemeClr val="tx1"/>
          </a:solidFill>
          <a:latin typeface="+mn-lt"/>
          <a:ea typeface="+mn-ea"/>
          <a:cs typeface="+mn-cs"/>
        </a:defRPr>
      </a:lvl2pPr>
      <a:lvl3pPr marL="914400" indent="-246888" algn="l" rtl="0" eaLnBrk="1" latinLnBrk="0" hangingPunct="1">
        <a:spcBef>
          <a:spcPct val="20000"/>
        </a:spcBef>
        <a:spcAft>
          <a:spcPts val="600"/>
        </a:spcAft>
        <a:buClr>
          <a:schemeClr val="accent2"/>
        </a:buClr>
        <a:buSzPct val="70000"/>
        <a:buFont typeface="Wingdings 2"/>
        <a:buChar char=""/>
        <a:defRPr kumimoji="0" sz="1800" kern="1200">
          <a:solidFill>
            <a:schemeClr val="tx1"/>
          </a:solidFill>
          <a:latin typeface="+mn-lt"/>
          <a:ea typeface="+mn-ea"/>
          <a:cs typeface="+mn-cs"/>
        </a:defRPr>
      </a:lvl3pPr>
      <a:lvl4pPr marL="1188720" indent="-210312" algn="l" rtl="0" eaLnBrk="1" latinLnBrk="0" hangingPunct="1">
        <a:spcBef>
          <a:spcPct val="20000"/>
        </a:spcBef>
        <a:spcAft>
          <a:spcPts val="600"/>
        </a:spcAft>
        <a:buClr>
          <a:schemeClr val="accent3"/>
        </a:buClr>
        <a:buSzPct val="65000"/>
        <a:buFont typeface="Wingdings 2"/>
        <a:buChar char=""/>
        <a:defRPr kumimoji="0" sz="1800" kern="1200">
          <a:solidFill>
            <a:schemeClr val="tx1"/>
          </a:solidFill>
          <a:latin typeface="+mn-lt"/>
          <a:ea typeface="+mn-ea"/>
          <a:cs typeface="+mn-cs"/>
        </a:defRPr>
      </a:lvl4pPr>
      <a:lvl5pPr marL="1463040" indent="-210312" algn="l" rtl="0" eaLnBrk="1" latinLnBrk="0" hangingPunct="1">
        <a:spcBef>
          <a:spcPct val="20000"/>
        </a:spcBef>
        <a:spcAft>
          <a:spcPts val="600"/>
        </a:spcAft>
        <a:buClr>
          <a:schemeClr val="accent4"/>
        </a:buClr>
        <a:buSzPct val="65000"/>
        <a:buFont typeface="Wingdings 2"/>
        <a:buChar char=""/>
        <a:defRPr kumimoji="0" sz="1800" kern="1200">
          <a:solidFill>
            <a:schemeClr val="tx1"/>
          </a:solidFill>
          <a:latin typeface="+mn-lt"/>
          <a:ea typeface="+mn-ea"/>
          <a:cs typeface="+mn-cs"/>
        </a:defRPr>
      </a:lvl5pPr>
      <a:lvl6pPr marL="1737360" indent="-210312" algn="l" rtl="0" eaLnBrk="1" latinLnBrk="1" hangingPunct="1">
        <a:spcBef>
          <a:spcPct val="20000"/>
        </a:spcBef>
        <a:buClr>
          <a:schemeClr val="accent5"/>
        </a:buClr>
        <a:buSzPct val="80000"/>
        <a:buFont typeface="Wingdings 2"/>
        <a:buChar char=""/>
        <a:defRPr kumimoji="0" sz="1800" kern="1200">
          <a:solidFill>
            <a:schemeClr val="tx1"/>
          </a:solidFill>
          <a:latin typeface="+mn-lt"/>
          <a:ea typeface="+mn-ea"/>
          <a:cs typeface="+mn-cs"/>
        </a:defRPr>
      </a:lvl6pPr>
      <a:lvl7pPr marL="1920240" indent="-182880" algn="l" rtl="0" eaLnBrk="1" latinLnBrk="1" hangingPunct="1">
        <a:spcBef>
          <a:spcPct val="20000"/>
        </a:spcBef>
        <a:buClr>
          <a:schemeClr val="accent6"/>
        </a:buClr>
        <a:buSzPct val="80000"/>
        <a:buFont typeface="Wingdings 2"/>
        <a:buChar char=""/>
        <a:defRPr kumimoji="0" sz="1600" kern="1200" baseline="0">
          <a:solidFill>
            <a:schemeClr val="tx1"/>
          </a:solidFill>
          <a:latin typeface="+mn-lt"/>
          <a:ea typeface="+mn-ea"/>
          <a:cs typeface="+mn-cs"/>
        </a:defRPr>
      </a:lvl7pPr>
      <a:lvl8pPr marL="2194560" indent="-182880" algn="l" rtl="0" eaLnBrk="1" latinLnBrk="1" hangingPunct="1">
        <a:spcBef>
          <a:spcPct val="20000"/>
        </a:spcBef>
        <a:buClr>
          <a:schemeClr val="tx2"/>
        </a:buClr>
        <a:buChar char="•"/>
        <a:defRPr kumimoji="0" sz="1600" kern="1200">
          <a:solidFill>
            <a:schemeClr val="tx1"/>
          </a:solidFill>
          <a:latin typeface="+mn-lt"/>
          <a:ea typeface="+mn-ea"/>
          <a:cs typeface="+mn-cs"/>
        </a:defRPr>
      </a:lvl8pPr>
      <a:lvl9pPr marL="2468880" indent="-182880" algn="l" rtl="0" eaLnBrk="1" latinLnBrk="1" hangingPunct="1">
        <a:spcBef>
          <a:spcPct val="20000"/>
        </a:spcBef>
        <a:buClr>
          <a:schemeClr val="tx2"/>
        </a:buClr>
        <a:buFontTx/>
        <a:buChar char="•"/>
        <a:defRPr kumimoji="0" sz="1400" kern="1200" baseline="0">
          <a:solidFill>
            <a:schemeClr val="tx1"/>
          </a:solidFill>
          <a:latin typeface="+mn-lt"/>
          <a:ea typeface="+mn-ea"/>
          <a:cs typeface="+mn-cs"/>
        </a:defRPr>
      </a:lvl9pPr>
    </p:bodyStyle>
    <p:otherStyle>
      <a:lvl1pPr marL="0" algn="l" rtl="0" eaLnBrk="1" latinLnBrk="1" hangingPunct="1">
        <a:defRPr kumimoji="0" kern="1200">
          <a:solidFill>
            <a:schemeClr val="tx1"/>
          </a:solidFill>
          <a:latin typeface="+mn-lt"/>
          <a:ea typeface="+mn-ea"/>
          <a:cs typeface="+mn-cs"/>
        </a:defRPr>
      </a:lvl1pPr>
      <a:lvl2pPr marL="457200" algn="l" rtl="0" eaLnBrk="1" latinLnBrk="1" hangingPunct="1">
        <a:defRPr kumimoji="0" kern="1200">
          <a:solidFill>
            <a:schemeClr val="tx1"/>
          </a:solidFill>
          <a:latin typeface="+mn-lt"/>
          <a:ea typeface="+mn-ea"/>
          <a:cs typeface="+mn-cs"/>
        </a:defRPr>
      </a:lvl2pPr>
      <a:lvl3pPr marL="914400" algn="l" rtl="0" eaLnBrk="1" latinLnBrk="1" hangingPunct="1">
        <a:defRPr kumimoji="0" kern="1200">
          <a:solidFill>
            <a:schemeClr val="tx1"/>
          </a:solidFill>
          <a:latin typeface="+mn-lt"/>
          <a:ea typeface="+mn-ea"/>
          <a:cs typeface="+mn-cs"/>
        </a:defRPr>
      </a:lvl3pPr>
      <a:lvl4pPr marL="1371600" algn="l" rtl="0" eaLnBrk="1" latinLnBrk="1" hangingPunct="1">
        <a:defRPr kumimoji="0" kern="1200">
          <a:solidFill>
            <a:schemeClr val="tx1"/>
          </a:solidFill>
          <a:latin typeface="+mn-lt"/>
          <a:ea typeface="+mn-ea"/>
          <a:cs typeface="+mn-cs"/>
        </a:defRPr>
      </a:lvl4pPr>
      <a:lvl5pPr marL="1828800" algn="l" rtl="0" eaLnBrk="1" latinLnBrk="1" hangingPunct="1">
        <a:defRPr kumimoji="0" kern="1200">
          <a:solidFill>
            <a:schemeClr val="tx1"/>
          </a:solidFill>
          <a:latin typeface="+mn-lt"/>
          <a:ea typeface="+mn-ea"/>
          <a:cs typeface="+mn-cs"/>
        </a:defRPr>
      </a:lvl5pPr>
      <a:lvl6pPr marL="2286000" algn="l" rtl="0" eaLnBrk="1" latinLnBrk="1" hangingPunct="1">
        <a:defRPr kumimoji="0" kern="1200">
          <a:solidFill>
            <a:schemeClr val="tx1"/>
          </a:solidFill>
          <a:latin typeface="+mn-lt"/>
          <a:ea typeface="+mn-ea"/>
          <a:cs typeface="+mn-cs"/>
        </a:defRPr>
      </a:lvl6pPr>
      <a:lvl7pPr marL="2743200" algn="l" rtl="0" eaLnBrk="1" latinLnBrk="1" hangingPunct="1">
        <a:defRPr kumimoji="0" kern="1200">
          <a:solidFill>
            <a:schemeClr val="tx1"/>
          </a:solidFill>
          <a:latin typeface="+mn-lt"/>
          <a:ea typeface="+mn-ea"/>
          <a:cs typeface="+mn-cs"/>
        </a:defRPr>
      </a:lvl7pPr>
      <a:lvl8pPr marL="3200400" algn="l" rtl="0" eaLnBrk="1" latinLnBrk="1" hangingPunct="1">
        <a:defRPr kumimoji="0" kern="1200">
          <a:solidFill>
            <a:schemeClr val="tx1"/>
          </a:solidFill>
          <a:latin typeface="+mn-lt"/>
          <a:ea typeface="+mn-ea"/>
          <a:cs typeface="+mn-cs"/>
        </a:defRPr>
      </a:lvl8pPr>
      <a:lvl9pPr marL="3657600" algn="l" rtl="0" eaLnBrk="1" latinLnBrk="1" hangingPunct="1">
        <a:defRPr kumimoji="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8" name="Rectangle 27"/>
          <p:cNvSpPr/>
          <p:nvPr userDrawn="1"/>
        </p:nvSpPr>
        <p:spPr>
          <a:xfrm>
            <a:off x="0" y="6525344"/>
            <a:ext cx="9144000" cy="332656"/>
          </a:xfrm>
          <a:prstGeom prst="rect">
            <a:avLst/>
          </a:prstGeom>
          <a:solidFill>
            <a:srgbClr val="37497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l-PL"/>
          </a:p>
        </p:txBody>
      </p:sp>
      <p:cxnSp>
        <p:nvCxnSpPr>
          <p:cNvPr id="29" name="Straight Connector 28"/>
          <p:cNvCxnSpPr>
            <a:cxnSpLocks/>
          </p:cNvCxnSpPr>
          <p:nvPr userDrawn="1"/>
        </p:nvCxnSpPr>
        <p:spPr>
          <a:xfrm>
            <a:off x="457200" y="980728"/>
            <a:ext cx="8229600" cy="0"/>
          </a:xfrm>
          <a:prstGeom prst="line">
            <a:avLst/>
          </a:prstGeom>
          <a:ln w="12700"/>
        </p:spPr>
        <p:style>
          <a:lnRef idx="1">
            <a:schemeClr val="accent1"/>
          </a:lnRef>
          <a:fillRef idx="0">
            <a:schemeClr val="accent1"/>
          </a:fillRef>
          <a:effectRef idx="0">
            <a:schemeClr val="accent1"/>
          </a:effectRef>
          <a:fontRef idx="minor">
            <a:schemeClr val="tx1"/>
          </a:fontRef>
        </p:style>
      </p:cxnSp>
      <p:sp>
        <p:nvSpPr>
          <p:cNvPr id="32" name="내용 개체 틀 2"/>
          <p:cNvSpPr txBox="1">
            <a:spLocks/>
          </p:cNvSpPr>
          <p:nvPr userDrawn="1"/>
        </p:nvSpPr>
        <p:spPr>
          <a:xfrm>
            <a:off x="457200" y="1848192"/>
            <a:ext cx="8229600" cy="4389120"/>
          </a:xfrm>
          <a:prstGeom prst="rect">
            <a:avLst/>
          </a:prstGeom>
        </p:spPr>
        <p:txBody>
          <a:bodyPr>
            <a:normAutofit/>
          </a:bodyPr>
          <a:lstStyle>
            <a:lvl1pPr marL="274320" indent="-274320" algn="l" rtl="0" eaLnBrk="1" latinLnBrk="1" hangingPunct="1">
              <a:spcBef>
                <a:spcPct val="20000"/>
              </a:spcBef>
              <a:buClr>
                <a:schemeClr val="accent3"/>
              </a:buClr>
              <a:buSzPct val="95000"/>
              <a:buFont typeface="Wingdings 2"/>
              <a:buChar char=""/>
              <a:defRPr kumimoji="0" sz="2600" kern="1200">
                <a:solidFill>
                  <a:schemeClr val="tx1"/>
                </a:solidFill>
                <a:latin typeface="+mn-lt"/>
                <a:ea typeface="+mn-ea"/>
                <a:cs typeface="+mn-cs"/>
              </a:defRPr>
            </a:lvl1pPr>
            <a:lvl2pPr marL="640080" indent="-246888" algn="l" rtl="0" eaLnBrk="1" latinLnBrk="1" hangingPunct="1">
              <a:spcBef>
                <a:spcPct val="20000"/>
              </a:spcBef>
              <a:buClr>
                <a:schemeClr val="accent1"/>
              </a:buClr>
              <a:buSzPct val="85000"/>
              <a:buFont typeface="Wingdings 2"/>
              <a:buChar char=""/>
              <a:defRPr kumimoji="0" sz="2400" kern="1200">
                <a:solidFill>
                  <a:schemeClr val="tx1"/>
                </a:solidFill>
                <a:latin typeface="+mn-lt"/>
                <a:ea typeface="+mn-ea"/>
                <a:cs typeface="+mn-cs"/>
              </a:defRPr>
            </a:lvl2pPr>
            <a:lvl3pPr marL="914400" indent="-246888" algn="l" rtl="0" eaLnBrk="1" latinLnBrk="1" hangingPunct="1">
              <a:spcBef>
                <a:spcPct val="20000"/>
              </a:spcBef>
              <a:buClr>
                <a:schemeClr val="accent2"/>
              </a:buClr>
              <a:buSzPct val="70000"/>
              <a:buFont typeface="Wingdings 2"/>
              <a:buChar char=""/>
              <a:defRPr kumimoji="0" sz="2100" kern="1200">
                <a:solidFill>
                  <a:schemeClr val="tx1"/>
                </a:solidFill>
                <a:latin typeface="+mn-lt"/>
                <a:ea typeface="+mn-ea"/>
                <a:cs typeface="+mn-cs"/>
              </a:defRPr>
            </a:lvl3pPr>
            <a:lvl4pPr marL="1188720" indent="-210312" algn="l" rtl="0" eaLnBrk="1" latinLnBrk="1" hangingPunct="1">
              <a:spcBef>
                <a:spcPct val="20000"/>
              </a:spcBef>
              <a:buClr>
                <a:schemeClr val="accent3"/>
              </a:buClr>
              <a:buSzPct val="65000"/>
              <a:buFont typeface="Wingdings 2"/>
              <a:buChar char=""/>
              <a:defRPr kumimoji="0" sz="1800" kern="1200">
                <a:solidFill>
                  <a:schemeClr val="tx1"/>
                </a:solidFill>
                <a:latin typeface="+mn-lt"/>
                <a:ea typeface="+mn-ea"/>
                <a:cs typeface="+mn-cs"/>
              </a:defRPr>
            </a:lvl4pPr>
            <a:lvl5pPr marL="1463040" indent="-210312" algn="l" rtl="0" eaLnBrk="1" latinLnBrk="1" hangingPunct="1">
              <a:spcBef>
                <a:spcPct val="20000"/>
              </a:spcBef>
              <a:buClr>
                <a:schemeClr val="accent4"/>
              </a:buClr>
              <a:buSzPct val="65000"/>
              <a:buFont typeface="Wingdings 2"/>
              <a:buChar char=""/>
              <a:defRPr kumimoji="0" sz="1600" kern="1200">
                <a:solidFill>
                  <a:schemeClr val="tx1"/>
                </a:solidFill>
                <a:latin typeface="+mn-lt"/>
                <a:ea typeface="+mn-ea"/>
                <a:cs typeface="+mn-cs"/>
              </a:defRPr>
            </a:lvl5pPr>
            <a:lvl6pPr marL="1737360" indent="-210312" algn="l" rtl="0" eaLnBrk="1" latinLnBrk="1" hangingPunct="1">
              <a:spcBef>
                <a:spcPct val="20000"/>
              </a:spcBef>
              <a:buClr>
                <a:schemeClr val="accent5"/>
              </a:buClr>
              <a:buSzPct val="80000"/>
              <a:buFont typeface="Wingdings 2"/>
              <a:buChar char=""/>
              <a:defRPr kumimoji="0" sz="1800" kern="1200">
                <a:solidFill>
                  <a:schemeClr val="tx1"/>
                </a:solidFill>
                <a:latin typeface="+mn-lt"/>
                <a:ea typeface="+mn-ea"/>
                <a:cs typeface="+mn-cs"/>
              </a:defRPr>
            </a:lvl6pPr>
            <a:lvl7pPr marL="1920240" indent="-182880" algn="l" rtl="0" eaLnBrk="1" latinLnBrk="1" hangingPunct="1">
              <a:spcBef>
                <a:spcPct val="20000"/>
              </a:spcBef>
              <a:buClr>
                <a:schemeClr val="accent6"/>
              </a:buClr>
              <a:buSzPct val="80000"/>
              <a:buFont typeface="Wingdings 2"/>
              <a:buChar char=""/>
              <a:defRPr kumimoji="0" sz="1600" kern="1200" baseline="0">
                <a:solidFill>
                  <a:schemeClr val="tx1"/>
                </a:solidFill>
                <a:latin typeface="+mn-lt"/>
                <a:ea typeface="+mn-ea"/>
                <a:cs typeface="+mn-cs"/>
              </a:defRPr>
            </a:lvl7pPr>
            <a:lvl8pPr marL="2194560" indent="-182880" algn="l" rtl="0" eaLnBrk="1" latinLnBrk="1" hangingPunct="1">
              <a:spcBef>
                <a:spcPct val="20000"/>
              </a:spcBef>
              <a:buClr>
                <a:schemeClr val="tx2"/>
              </a:buClr>
              <a:buChar char="•"/>
              <a:defRPr kumimoji="0" sz="1600" kern="1200">
                <a:solidFill>
                  <a:schemeClr val="tx1"/>
                </a:solidFill>
                <a:latin typeface="+mn-lt"/>
                <a:ea typeface="+mn-ea"/>
                <a:cs typeface="+mn-cs"/>
              </a:defRPr>
            </a:lvl8pPr>
            <a:lvl9pPr marL="2468880" indent="-182880" algn="l" rtl="0" eaLnBrk="1" latinLnBrk="1" hangingPunct="1">
              <a:spcBef>
                <a:spcPct val="20000"/>
              </a:spcBef>
              <a:buClr>
                <a:schemeClr val="tx2"/>
              </a:buClr>
              <a:buFontTx/>
              <a:buChar char="•"/>
              <a:defRPr kumimoji="0" sz="1400" kern="1200" baseline="0">
                <a:solidFill>
                  <a:schemeClr val="tx1"/>
                </a:solidFill>
                <a:latin typeface="+mn-lt"/>
                <a:ea typeface="+mn-ea"/>
                <a:cs typeface="+mn-cs"/>
              </a:defRPr>
            </a:lvl9pPr>
          </a:lstStyle>
          <a:p>
            <a:pPr>
              <a:buClr>
                <a:srgbClr val="374971"/>
              </a:buClr>
              <a:buFont typeface="Wingdings" panose="05000000000000000000" pitchFamily="2" charset="2"/>
              <a:buChar char="§"/>
            </a:pPr>
            <a:endParaRPr lang="pl-PL" altLang="ko-KR" sz="1800" dirty="0">
              <a:solidFill>
                <a:srgbClr val="3B3838"/>
              </a:solidFill>
              <a:latin typeface="Arial" panose="020B0604020202020204" pitchFamily="34" charset="0"/>
              <a:cs typeface="Arial" panose="020B0604020202020204" pitchFamily="34" charset="0"/>
            </a:endParaRPr>
          </a:p>
        </p:txBody>
      </p:sp>
      <p:sp>
        <p:nvSpPr>
          <p:cNvPr id="6" name="Slide Number Placeholder 5"/>
          <p:cNvSpPr>
            <a:spLocks noGrp="1"/>
          </p:cNvSpPr>
          <p:nvPr>
            <p:ph type="sldNum" sz="quarter" idx="4"/>
          </p:nvPr>
        </p:nvSpPr>
        <p:spPr>
          <a:xfrm>
            <a:off x="7078166" y="6617244"/>
            <a:ext cx="2057400" cy="196132"/>
          </a:xfrm>
          <a:prstGeom prst="rect">
            <a:avLst/>
          </a:prstGeom>
        </p:spPr>
        <p:txBody>
          <a:bodyPr vert="horz" lIns="91440" tIns="45720" rIns="91440" bIns="45720" rtlCol="0" anchor="ctr"/>
          <a:lstStyle>
            <a:lvl1pPr algn="r">
              <a:defRPr sz="1200">
                <a:solidFill>
                  <a:schemeClr val="bg1"/>
                </a:solidFill>
              </a:defRPr>
            </a:lvl1pPr>
          </a:lstStyle>
          <a:p>
            <a:fld id="{12AAE51A-D9A9-4328-8D90-B9EADBAC13AD}" type="slidenum">
              <a:rPr lang="pl-PL" smtClean="0"/>
              <a:pPr/>
              <a:t>‹#›</a:t>
            </a:fld>
            <a:endParaRPr lang="pl-PL" dirty="0"/>
          </a:p>
        </p:txBody>
      </p:sp>
      <p:sp>
        <p:nvSpPr>
          <p:cNvPr id="17" name="Title Placeholder 3"/>
          <p:cNvSpPr txBox="1">
            <a:spLocks/>
          </p:cNvSpPr>
          <p:nvPr userDrawn="1"/>
        </p:nvSpPr>
        <p:spPr>
          <a:xfrm>
            <a:off x="2123728" y="365125"/>
            <a:ext cx="6563072" cy="615603"/>
          </a:xfrm>
          <a:prstGeom prst="rect">
            <a:avLst/>
          </a:prstGeom>
        </p:spPr>
        <p:txBody>
          <a:bodyPr vert="horz" lIns="91440" tIns="45720" rIns="91440" bIns="45720" rtlCol="0" anchor="ctr">
            <a:noAutofit/>
          </a:bodyPr>
          <a:lstStyle>
            <a:lvl1pPr algn="r" rtl="0" eaLnBrk="1" latinLnBrk="1" hangingPunct="1">
              <a:spcBef>
                <a:spcPct val="0"/>
              </a:spcBef>
              <a:buNone/>
              <a:defRPr kumimoji="0" sz="2800" b="0" kern="1200">
                <a:ln>
                  <a:noFill/>
                </a:ln>
                <a:solidFill>
                  <a:srgbClr val="374971"/>
                </a:solidFill>
                <a:effectLst/>
                <a:latin typeface="+mj-lt"/>
                <a:ea typeface="+mj-ea"/>
                <a:cs typeface="+mj-cs"/>
              </a:defRPr>
            </a:lvl1pPr>
          </a:lstStyle>
          <a:p>
            <a:endParaRPr lang="pl-PL" dirty="0"/>
          </a:p>
        </p:txBody>
      </p:sp>
      <p:sp>
        <p:nvSpPr>
          <p:cNvPr id="18" name="Picture Placeholder 3"/>
          <p:cNvSpPr txBox="1">
            <a:spLocks/>
          </p:cNvSpPr>
          <p:nvPr userDrawn="1"/>
        </p:nvSpPr>
        <p:spPr>
          <a:xfrm>
            <a:off x="457200" y="365125"/>
            <a:ext cx="1378496" cy="1378497"/>
          </a:xfrm>
          <a:prstGeom prst="rect">
            <a:avLst/>
          </a:prstGeom>
        </p:spPr>
        <p:txBody>
          <a:bodyPr/>
          <a:lstStyle>
            <a:lvl1pPr marL="0" indent="0" algn="l" rtl="0" eaLnBrk="1" latinLnBrk="1" hangingPunct="1">
              <a:spcBef>
                <a:spcPct val="20000"/>
              </a:spcBef>
              <a:buClr>
                <a:srgbClr val="374971"/>
              </a:buClr>
              <a:buSzPct val="95000"/>
              <a:buFont typeface="Wingdings" panose="05000000000000000000" pitchFamily="2" charset="2"/>
              <a:buNone/>
              <a:defRPr kumimoji="0" sz="1800" kern="1200">
                <a:solidFill>
                  <a:schemeClr val="tx1"/>
                </a:solidFill>
                <a:latin typeface="+mn-lt"/>
                <a:ea typeface="+mn-ea"/>
                <a:cs typeface="+mn-cs"/>
              </a:defRPr>
            </a:lvl1pPr>
            <a:lvl2pPr marL="640080" indent="-246888" algn="l" rtl="0" eaLnBrk="1" latinLnBrk="0" hangingPunct="1">
              <a:spcBef>
                <a:spcPct val="20000"/>
              </a:spcBef>
              <a:buClr>
                <a:schemeClr val="accent1"/>
              </a:buClr>
              <a:buSzPct val="85000"/>
              <a:buFont typeface="Wingdings 2"/>
              <a:buChar char=""/>
              <a:defRPr kumimoji="0" sz="1800" kern="1200">
                <a:solidFill>
                  <a:schemeClr val="tx1"/>
                </a:solidFill>
                <a:latin typeface="+mn-lt"/>
                <a:ea typeface="+mn-ea"/>
                <a:cs typeface="+mn-cs"/>
              </a:defRPr>
            </a:lvl2pPr>
            <a:lvl3pPr marL="914400" indent="-246888" algn="l" rtl="0" eaLnBrk="1" latinLnBrk="0" hangingPunct="1">
              <a:spcBef>
                <a:spcPct val="20000"/>
              </a:spcBef>
              <a:buClr>
                <a:schemeClr val="accent2"/>
              </a:buClr>
              <a:buSzPct val="70000"/>
              <a:buFont typeface="Wingdings 2"/>
              <a:buChar char=""/>
              <a:defRPr kumimoji="0" sz="1800" kern="1200">
                <a:solidFill>
                  <a:schemeClr val="tx1"/>
                </a:solidFill>
                <a:latin typeface="+mn-lt"/>
                <a:ea typeface="+mn-ea"/>
                <a:cs typeface="+mn-cs"/>
              </a:defRPr>
            </a:lvl3pPr>
            <a:lvl4pPr marL="1188720" indent="-210312" algn="l" rtl="0" eaLnBrk="1" latinLnBrk="0" hangingPunct="1">
              <a:spcBef>
                <a:spcPct val="20000"/>
              </a:spcBef>
              <a:buClr>
                <a:schemeClr val="accent3"/>
              </a:buClr>
              <a:buSzPct val="65000"/>
              <a:buFont typeface="Wingdings 2"/>
              <a:buChar char=""/>
              <a:defRPr kumimoji="0" sz="1800" kern="1200">
                <a:solidFill>
                  <a:schemeClr val="tx1"/>
                </a:solidFill>
                <a:latin typeface="+mn-lt"/>
                <a:ea typeface="+mn-ea"/>
                <a:cs typeface="+mn-cs"/>
              </a:defRPr>
            </a:lvl4pPr>
            <a:lvl5pPr marL="1463040" indent="-210312" algn="l" rtl="0" eaLnBrk="1" latinLnBrk="0" hangingPunct="1">
              <a:spcBef>
                <a:spcPct val="20000"/>
              </a:spcBef>
              <a:buClr>
                <a:schemeClr val="accent4"/>
              </a:buClr>
              <a:buSzPct val="65000"/>
              <a:buFont typeface="Wingdings 2"/>
              <a:buChar char=""/>
              <a:defRPr kumimoji="0" sz="1800" kern="1200">
                <a:solidFill>
                  <a:schemeClr val="tx1"/>
                </a:solidFill>
                <a:latin typeface="+mn-lt"/>
                <a:ea typeface="+mn-ea"/>
                <a:cs typeface="+mn-cs"/>
              </a:defRPr>
            </a:lvl5pPr>
            <a:lvl6pPr marL="1737360" indent="-210312" algn="l" rtl="0" eaLnBrk="1" latinLnBrk="1" hangingPunct="1">
              <a:spcBef>
                <a:spcPct val="20000"/>
              </a:spcBef>
              <a:buClr>
                <a:schemeClr val="accent5"/>
              </a:buClr>
              <a:buSzPct val="80000"/>
              <a:buFont typeface="Wingdings 2"/>
              <a:buChar char=""/>
              <a:defRPr kumimoji="0" sz="1800" kern="1200">
                <a:solidFill>
                  <a:schemeClr val="tx1"/>
                </a:solidFill>
                <a:latin typeface="+mn-lt"/>
                <a:ea typeface="+mn-ea"/>
                <a:cs typeface="+mn-cs"/>
              </a:defRPr>
            </a:lvl6pPr>
            <a:lvl7pPr marL="1920240" indent="-182880" algn="l" rtl="0" eaLnBrk="1" latinLnBrk="1" hangingPunct="1">
              <a:spcBef>
                <a:spcPct val="20000"/>
              </a:spcBef>
              <a:buClr>
                <a:schemeClr val="accent6"/>
              </a:buClr>
              <a:buSzPct val="80000"/>
              <a:buFont typeface="Wingdings 2"/>
              <a:buChar char=""/>
              <a:defRPr kumimoji="0" sz="1600" kern="1200" baseline="0">
                <a:solidFill>
                  <a:schemeClr val="tx1"/>
                </a:solidFill>
                <a:latin typeface="+mn-lt"/>
                <a:ea typeface="+mn-ea"/>
                <a:cs typeface="+mn-cs"/>
              </a:defRPr>
            </a:lvl7pPr>
            <a:lvl8pPr marL="2194560" indent="-182880" algn="l" rtl="0" eaLnBrk="1" latinLnBrk="1" hangingPunct="1">
              <a:spcBef>
                <a:spcPct val="20000"/>
              </a:spcBef>
              <a:buClr>
                <a:schemeClr val="tx2"/>
              </a:buClr>
              <a:buChar char="•"/>
              <a:defRPr kumimoji="0" sz="1600" kern="1200">
                <a:solidFill>
                  <a:schemeClr val="tx1"/>
                </a:solidFill>
                <a:latin typeface="+mn-lt"/>
                <a:ea typeface="+mn-ea"/>
                <a:cs typeface="+mn-cs"/>
              </a:defRPr>
            </a:lvl8pPr>
            <a:lvl9pPr marL="2468880" indent="-182880" algn="l" rtl="0" eaLnBrk="1" latinLnBrk="1" hangingPunct="1">
              <a:spcBef>
                <a:spcPct val="20000"/>
              </a:spcBef>
              <a:buClr>
                <a:schemeClr val="tx2"/>
              </a:buClr>
              <a:buFontTx/>
              <a:buChar char="•"/>
              <a:defRPr kumimoji="0" sz="1400" kern="1200" baseline="0">
                <a:solidFill>
                  <a:schemeClr val="tx1"/>
                </a:solidFill>
                <a:latin typeface="+mn-lt"/>
                <a:ea typeface="+mn-ea"/>
                <a:cs typeface="+mn-cs"/>
              </a:defRPr>
            </a:lvl9pPr>
          </a:lstStyle>
          <a:p>
            <a:endParaRPr lang="pl-PL" dirty="0"/>
          </a:p>
        </p:txBody>
      </p:sp>
      <p:sp>
        <p:nvSpPr>
          <p:cNvPr id="19" name="Title Placeholder 3"/>
          <p:cNvSpPr txBox="1">
            <a:spLocks/>
          </p:cNvSpPr>
          <p:nvPr userDrawn="1"/>
        </p:nvSpPr>
        <p:spPr>
          <a:xfrm>
            <a:off x="457200" y="365125"/>
            <a:ext cx="8229600" cy="615603"/>
          </a:xfrm>
          <a:prstGeom prst="rect">
            <a:avLst/>
          </a:prstGeom>
        </p:spPr>
        <p:txBody>
          <a:bodyPr vert="horz" lIns="91440" tIns="45720" rIns="91440" bIns="45720" rtlCol="0" anchor="ctr">
            <a:noAutofit/>
          </a:bodyPr>
          <a:lstStyle>
            <a:lvl1pPr algn="r" rtl="0" eaLnBrk="1" latinLnBrk="1" hangingPunct="1">
              <a:spcBef>
                <a:spcPct val="0"/>
              </a:spcBef>
              <a:buNone/>
              <a:defRPr kumimoji="0" sz="2800" b="0" kern="1200">
                <a:ln>
                  <a:noFill/>
                </a:ln>
                <a:solidFill>
                  <a:srgbClr val="374971"/>
                </a:solidFill>
                <a:effectLst/>
                <a:latin typeface="+mj-lt"/>
                <a:ea typeface="+mj-ea"/>
                <a:cs typeface="+mj-cs"/>
              </a:defRPr>
            </a:lvl1pPr>
          </a:lstStyle>
          <a:p>
            <a:endParaRPr lang="pl-PL" dirty="0"/>
          </a:p>
        </p:txBody>
      </p:sp>
    </p:spTree>
    <p:extLst>
      <p:ext uri="{BB962C8B-B14F-4D97-AF65-F5344CB8AC3E}">
        <p14:creationId xmlns:p14="http://schemas.microsoft.com/office/powerpoint/2010/main" val="3747298422"/>
      </p:ext>
    </p:extLst>
  </p:cSld>
  <p:clrMap bg1="lt1" tx1="dk1" bg2="lt2" tx2="dk2" accent1="accent1" accent2="accent2" accent3="accent3" accent4="accent4" accent5="accent5" accent6="accent6" hlink="hlink" folHlink="folHlink"/>
  <p:sldLayoutIdLst>
    <p:sldLayoutId id="2147483776" r:id="rId1"/>
  </p:sldLayoutIdLst>
  <p:hf hdr="0" dt="0"/>
  <p:txStyles>
    <p:titleStyle>
      <a:lvl1pPr algn="r" rtl="0" eaLnBrk="1" latinLnBrk="1" hangingPunct="1">
        <a:spcBef>
          <a:spcPct val="0"/>
        </a:spcBef>
        <a:buNone/>
        <a:defRPr kumimoji="0" sz="2800" b="0" kern="1200">
          <a:ln>
            <a:noFill/>
          </a:ln>
          <a:solidFill>
            <a:srgbClr val="374971"/>
          </a:solidFill>
          <a:effectLst/>
          <a:latin typeface="+mj-lt"/>
          <a:ea typeface="+mj-ea"/>
          <a:cs typeface="+mj-cs"/>
        </a:defRPr>
      </a:lvl1pPr>
    </p:titleStyle>
    <p:bodyStyle>
      <a:lvl1pPr marL="285750" indent="-285750" algn="l" rtl="0" eaLnBrk="1" latinLnBrk="1" hangingPunct="1">
        <a:spcBef>
          <a:spcPct val="20000"/>
        </a:spcBef>
        <a:spcAft>
          <a:spcPts val="600"/>
        </a:spcAft>
        <a:buClr>
          <a:srgbClr val="374971"/>
        </a:buClr>
        <a:buSzPct val="95000"/>
        <a:buFont typeface="Wingdings" panose="05000000000000000000" pitchFamily="2" charset="2"/>
        <a:buChar char="§"/>
        <a:defRPr kumimoji="0" sz="1800" kern="1200">
          <a:solidFill>
            <a:schemeClr val="tx1"/>
          </a:solidFill>
          <a:latin typeface="+mn-lt"/>
          <a:ea typeface="+mn-ea"/>
          <a:cs typeface="+mn-cs"/>
        </a:defRPr>
      </a:lvl1pPr>
      <a:lvl2pPr marL="640080" indent="-246888" algn="l" rtl="0" eaLnBrk="1" latinLnBrk="0" hangingPunct="1">
        <a:spcBef>
          <a:spcPct val="20000"/>
        </a:spcBef>
        <a:spcAft>
          <a:spcPts val="600"/>
        </a:spcAft>
        <a:buClr>
          <a:schemeClr val="accent1"/>
        </a:buClr>
        <a:buSzPct val="85000"/>
        <a:buFont typeface="Wingdings 2"/>
        <a:buChar char=""/>
        <a:defRPr kumimoji="0" sz="1800" kern="1200">
          <a:solidFill>
            <a:schemeClr val="tx1"/>
          </a:solidFill>
          <a:latin typeface="+mn-lt"/>
          <a:ea typeface="+mn-ea"/>
          <a:cs typeface="+mn-cs"/>
        </a:defRPr>
      </a:lvl2pPr>
      <a:lvl3pPr marL="914400" indent="-246888" algn="l" rtl="0" eaLnBrk="1" latinLnBrk="0" hangingPunct="1">
        <a:spcBef>
          <a:spcPct val="20000"/>
        </a:spcBef>
        <a:spcAft>
          <a:spcPts val="600"/>
        </a:spcAft>
        <a:buClr>
          <a:schemeClr val="accent2"/>
        </a:buClr>
        <a:buSzPct val="70000"/>
        <a:buFont typeface="Wingdings 2"/>
        <a:buChar char=""/>
        <a:defRPr kumimoji="0" sz="1800" kern="1200">
          <a:solidFill>
            <a:schemeClr val="tx1"/>
          </a:solidFill>
          <a:latin typeface="+mn-lt"/>
          <a:ea typeface="+mn-ea"/>
          <a:cs typeface="+mn-cs"/>
        </a:defRPr>
      </a:lvl3pPr>
      <a:lvl4pPr marL="1188720" indent="-210312" algn="l" rtl="0" eaLnBrk="1" latinLnBrk="0" hangingPunct="1">
        <a:spcBef>
          <a:spcPct val="20000"/>
        </a:spcBef>
        <a:spcAft>
          <a:spcPts val="600"/>
        </a:spcAft>
        <a:buClr>
          <a:schemeClr val="accent3"/>
        </a:buClr>
        <a:buSzPct val="65000"/>
        <a:buFont typeface="Wingdings 2"/>
        <a:buChar char=""/>
        <a:defRPr kumimoji="0" sz="1800" kern="1200">
          <a:solidFill>
            <a:schemeClr val="tx1"/>
          </a:solidFill>
          <a:latin typeface="+mn-lt"/>
          <a:ea typeface="+mn-ea"/>
          <a:cs typeface="+mn-cs"/>
        </a:defRPr>
      </a:lvl4pPr>
      <a:lvl5pPr marL="1463040" indent="-210312" algn="l" rtl="0" eaLnBrk="1" latinLnBrk="0" hangingPunct="1">
        <a:spcBef>
          <a:spcPct val="20000"/>
        </a:spcBef>
        <a:spcAft>
          <a:spcPts val="600"/>
        </a:spcAft>
        <a:buClr>
          <a:schemeClr val="accent4"/>
        </a:buClr>
        <a:buSzPct val="65000"/>
        <a:buFont typeface="Wingdings 2"/>
        <a:buChar char=""/>
        <a:defRPr kumimoji="0" sz="1800" kern="1200">
          <a:solidFill>
            <a:schemeClr val="tx1"/>
          </a:solidFill>
          <a:latin typeface="+mn-lt"/>
          <a:ea typeface="+mn-ea"/>
          <a:cs typeface="+mn-cs"/>
        </a:defRPr>
      </a:lvl5pPr>
      <a:lvl6pPr marL="1737360" indent="-210312" algn="l" rtl="0" eaLnBrk="1" latinLnBrk="1" hangingPunct="1">
        <a:spcBef>
          <a:spcPct val="20000"/>
        </a:spcBef>
        <a:buClr>
          <a:schemeClr val="accent5"/>
        </a:buClr>
        <a:buSzPct val="80000"/>
        <a:buFont typeface="Wingdings 2"/>
        <a:buChar char=""/>
        <a:defRPr kumimoji="0" sz="1800" kern="1200">
          <a:solidFill>
            <a:schemeClr val="tx1"/>
          </a:solidFill>
          <a:latin typeface="+mn-lt"/>
          <a:ea typeface="+mn-ea"/>
          <a:cs typeface="+mn-cs"/>
        </a:defRPr>
      </a:lvl6pPr>
      <a:lvl7pPr marL="1920240" indent="-182880" algn="l" rtl="0" eaLnBrk="1" latinLnBrk="1" hangingPunct="1">
        <a:spcBef>
          <a:spcPct val="20000"/>
        </a:spcBef>
        <a:buClr>
          <a:schemeClr val="accent6"/>
        </a:buClr>
        <a:buSzPct val="80000"/>
        <a:buFont typeface="Wingdings 2"/>
        <a:buChar char=""/>
        <a:defRPr kumimoji="0" sz="1600" kern="1200" baseline="0">
          <a:solidFill>
            <a:schemeClr val="tx1"/>
          </a:solidFill>
          <a:latin typeface="+mn-lt"/>
          <a:ea typeface="+mn-ea"/>
          <a:cs typeface="+mn-cs"/>
        </a:defRPr>
      </a:lvl7pPr>
      <a:lvl8pPr marL="2194560" indent="-182880" algn="l" rtl="0" eaLnBrk="1" latinLnBrk="1" hangingPunct="1">
        <a:spcBef>
          <a:spcPct val="20000"/>
        </a:spcBef>
        <a:buClr>
          <a:schemeClr val="tx2"/>
        </a:buClr>
        <a:buChar char="•"/>
        <a:defRPr kumimoji="0" sz="1600" kern="1200">
          <a:solidFill>
            <a:schemeClr val="tx1"/>
          </a:solidFill>
          <a:latin typeface="+mn-lt"/>
          <a:ea typeface="+mn-ea"/>
          <a:cs typeface="+mn-cs"/>
        </a:defRPr>
      </a:lvl8pPr>
      <a:lvl9pPr marL="2468880" indent="-182880" algn="l" rtl="0" eaLnBrk="1" latinLnBrk="1" hangingPunct="1">
        <a:spcBef>
          <a:spcPct val="20000"/>
        </a:spcBef>
        <a:buClr>
          <a:schemeClr val="tx2"/>
        </a:buClr>
        <a:buFontTx/>
        <a:buChar char="•"/>
        <a:defRPr kumimoji="0" sz="1400" kern="1200" baseline="0">
          <a:solidFill>
            <a:schemeClr val="tx1"/>
          </a:solidFill>
          <a:latin typeface="+mn-lt"/>
          <a:ea typeface="+mn-ea"/>
          <a:cs typeface="+mn-cs"/>
        </a:defRPr>
      </a:lvl9pPr>
    </p:bodyStyle>
    <p:otherStyle>
      <a:lvl1pPr marL="0" algn="l" rtl="0" eaLnBrk="1" latinLnBrk="1" hangingPunct="1">
        <a:defRPr kumimoji="0" kern="1200">
          <a:solidFill>
            <a:schemeClr val="tx1"/>
          </a:solidFill>
          <a:latin typeface="+mn-lt"/>
          <a:ea typeface="+mn-ea"/>
          <a:cs typeface="+mn-cs"/>
        </a:defRPr>
      </a:lvl1pPr>
      <a:lvl2pPr marL="457200" algn="l" rtl="0" eaLnBrk="1" latinLnBrk="1" hangingPunct="1">
        <a:defRPr kumimoji="0" kern="1200">
          <a:solidFill>
            <a:schemeClr val="tx1"/>
          </a:solidFill>
          <a:latin typeface="+mn-lt"/>
          <a:ea typeface="+mn-ea"/>
          <a:cs typeface="+mn-cs"/>
        </a:defRPr>
      </a:lvl2pPr>
      <a:lvl3pPr marL="914400" algn="l" rtl="0" eaLnBrk="1" latinLnBrk="1" hangingPunct="1">
        <a:defRPr kumimoji="0" kern="1200">
          <a:solidFill>
            <a:schemeClr val="tx1"/>
          </a:solidFill>
          <a:latin typeface="+mn-lt"/>
          <a:ea typeface="+mn-ea"/>
          <a:cs typeface="+mn-cs"/>
        </a:defRPr>
      </a:lvl3pPr>
      <a:lvl4pPr marL="1371600" algn="l" rtl="0" eaLnBrk="1" latinLnBrk="1" hangingPunct="1">
        <a:defRPr kumimoji="0" kern="1200">
          <a:solidFill>
            <a:schemeClr val="tx1"/>
          </a:solidFill>
          <a:latin typeface="+mn-lt"/>
          <a:ea typeface="+mn-ea"/>
          <a:cs typeface="+mn-cs"/>
        </a:defRPr>
      </a:lvl4pPr>
      <a:lvl5pPr marL="1828800" algn="l" rtl="0" eaLnBrk="1" latinLnBrk="1" hangingPunct="1">
        <a:defRPr kumimoji="0" kern="1200">
          <a:solidFill>
            <a:schemeClr val="tx1"/>
          </a:solidFill>
          <a:latin typeface="+mn-lt"/>
          <a:ea typeface="+mn-ea"/>
          <a:cs typeface="+mn-cs"/>
        </a:defRPr>
      </a:lvl5pPr>
      <a:lvl6pPr marL="2286000" algn="l" rtl="0" eaLnBrk="1" latinLnBrk="1" hangingPunct="1">
        <a:defRPr kumimoji="0" kern="1200">
          <a:solidFill>
            <a:schemeClr val="tx1"/>
          </a:solidFill>
          <a:latin typeface="+mn-lt"/>
          <a:ea typeface="+mn-ea"/>
          <a:cs typeface="+mn-cs"/>
        </a:defRPr>
      </a:lvl6pPr>
      <a:lvl7pPr marL="2743200" algn="l" rtl="0" eaLnBrk="1" latinLnBrk="1" hangingPunct="1">
        <a:defRPr kumimoji="0" kern="1200">
          <a:solidFill>
            <a:schemeClr val="tx1"/>
          </a:solidFill>
          <a:latin typeface="+mn-lt"/>
          <a:ea typeface="+mn-ea"/>
          <a:cs typeface="+mn-cs"/>
        </a:defRPr>
      </a:lvl7pPr>
      <a:lvl8pPr marL="3200400" algn="l" rtl="0" eaLnBrk="1" latinLnBrk="1" hangingPunct="1">
        <a:defRPr kumimoji="0" kern="1200">
          <a:solidFill>
            <a:schemeClr val="tx1"/>
          </a:solidFill>
          <a:latin typeface="+mn-lt"/>
          <a:ea typeface="+mn-ea"/>
          <a:cs typeface="+mn-cs"/>
        </a:defRPr>
      </a:lvl8pPr>
      <a:lvl9pPr marL="3657600" algn="l" rtl="0" eaLnBrk="1" latinLnBrk="1" hangingPunct="1">
        <a:defRPr kumimoji="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8" name="Rectangle 27"/>
          <p:cNvSpPr/>
          <p:nvPr userDrawn="1"/>
        </p:nvSpPr>
        <p:spPr>
          <a:xfrm>
            <a:off x="0" y="6525344"/>
            <a:ext cx="9144000" cy="332656"/>
          </a:xfrm>
          <a:prstGeom prst="rect">
            <a:avLst/>
          </a:prstGeom>
          <a:solidFill>
            <a:srgbClr val="37497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l-PL"/>
          </a:p>
        </p:txBody>
      </p:sp>
      <p:sp>
        <p:nvSpPr>
          <p:cNvPr id="6" name="Slide Number Placeholder 5"/>
          <p:cNvSpPr>
            <a:spLocks noGrp="1"/>
          </p:cNvSpPr>
          <p:nvPr>
            <p:ph type="sldNum" sz="quarter" idx="4"/>
          </p:nvPr>
        </p:nvSpPr>
        <p:spPr>
          <a:xfrm>
            <a:off x="7078166" y="6617244"/>
            <a:ext cx="2057400" cy="196132"/>
          </a:xfrm>
          <a:prstGeom prst="rect">
            <a:avLst/>
          </a:prstGeom>
        </p:spPr>
        <p:txBody>
          <a:bodyPr vert="horz" lIns="91440" tIns="45720" rIns="91440" bIns="45720" rtlCol="0" anchor="ctr"/>
          <a:lstStyle>
            <a:lvl1pPr algn="r">
              <a:defRPr sz="1200">
                <a:solidFill>
                  <a:schemeClr val="bg1"/>
                </a:solidFill>
              </a:defRPr>
            </a:lvl1pPr>
          </a:lstStyle>
          <a:p>
            <a:fld id="{12AAE51A-D9A9-4328-8D90-B9EADBAC13AD}" type="slidenum">
              <a:rPr lang="pl-PL" smtClean="0"/>
              <a:pPr/>
              <a:t>‹#›</a:t>
            </a:fld>
            <a:endParaRPr lang="pl-PL" dirty="0"/>
          </a:p>
        </p:txBody>
      </p:sp>
      <p:sp>
        <p:nvSpPr>
          <p:cNvPr id="17" name="Title Placeholder 3"/>
          <p:cNvSpPr txBox="1">
            <a:spLocks/>
          </p:cNvSpPr>
          <p:nvPr userDrawn="1"/>
        </p:nvSpPr>
        <p:spPr>
          <a:xfrm>
            <a:off x="2123728" y="365125"/>
            <a:ext cx="6563072" cy="615603"/>
          </a:xfrm>
          <a:prstGeom prst="rect">
            <a:avLst/>
          </a:prstGeom>
        </p:spPr>
        <p:txBody>
          <a:bodyPr vert="horz" lIns="91440" tIns="45720" rIns="91440" bIns="45720" rtlCol="0" anchor="ctr">
            <a:noAutofit/>
          </a:bodyPr>
          <a:lstStyle>
            <a:lvl1pPr algn="r" rtl="0" eaLnBrk="1" latinLnBrk="1" hangingPunct="1">
              <a:spcBef>
                <a:spcPct val="0"/>
              </a:spcBef>
              <a:buNone/>
              <a:defRPr kumimoji="0" sz="2800" b="0" kern="1200">
                <a:ln>
                  <a:noFill/>
                </a:ln>
                <a:solidFill>
                  <a:srgbClr val="374971"/>
                </a:solidFill>
                <a:effectLst/>
                <a:latin typeface="+mj-lt"/>
                <a:ea typeface="+mj-ea"/>
                <a:cs typeface="+mj-cs"/>
              </a:defRPr>
            </a:lvl1pPr>
          </a:lstStyle>
          <a:p>
            <a:endParaRPr lang="pl-PL" dirty="0"/>
          </a:p>
        </p:txBody>
      </p:sp>
      <p:sp>
        <p:nvSpPr>
          <p:cNvPr id="18" name="Picture Placeholder 3"/>
          <p:cNvSpPr txBox="1">
            <a:spLocks/>
          </p:cNvSpPr>
          <p:nvPr userDrawn="1"/>
        </p:nvSpPr>
        <p:spPr>
          <a:xfrm>
            <a:off x="457200" y="365125"/>
            <a:ext cx="1378496" cy="1378497"/>
          </a:xfrm>
          <a:prstGeom prst="rect">
            <a:avLst/>
          </a:prstGeom>
        </p:spPr>
        <p:txBody>
          <a:bodyPr/>
          <a:lstStyle>
            <a:lvl1pPr marL="0" indent="0" algn="l" rtl="0" eaLnBrk="1" latinLnBrk="1" hangingPunct="1">
              <a:spcBef>
                <a:spcPct val="20000"/>
              </a:spcBef>
              <a:buClr>
                <a:srgbClr val="374971"/>
              </a:buClr>
              <a:buSzPct val="95000"/>
              <a:buFont typeface="Wingdings" panose="05000000000000000000" pitchFamily="2" charset="2"/>
              <a:buNone/>
              <a:defRPr kumimoji="0" sz="1800" kern="1200">
                <a:solidFill>
                  <a:schemeClr val="tx1"/>
                </a:solidFill>
                <a:latin typeface="+mn-lt"/>
                <a:ea typeface="+mn-ea"/>
                <a:cs typeface="+mn-cs"/>
              </a:defRPr>
            </a:lvl1pPr>
            <a:lvl2pPr marL="640080" indent="-246888" algn="l" rtl="0" eaLnBrk="1" latinLnBrk="0" hangingPunct="1">
              <a:spcBef>
                <a:spcPct val="20000"/>
              </a:spcBef>
              <a:buClr>
                <a:schemeClr val="accent1"/>
              </a:buClr>
              <a:buSzPct val="85000"/>
              <a:buFont typeface="Wingdings 2"/>
              <a:buChar char=""/>
              <a:defRPr kumimoji="0" sz="1800" kern="1200">
                <a:solidFill>
                  <a:schemeClr val="tx1"/>
                </a:solidFill>
                <a:latin typeface="+mn-lt"/>
                <a:ea typeface="+mn-ea"/>
                <a:cs typeface="+mn-cs"/>
              </a:defRPr>
            </a:lvl2pPr>
            <a:lvl3pPr marL="914400" indent="-246888" algn="l" rtl="0" eaLnBrk="1" latinLnBrk="0" hangingPunct="1">
              <a:spcBef>
                <a:spcPct val="20000"/>
              </a:spcBef>
              <a:buClr>
                <a:schemeClr val="accent2"/>
              </a:buClr>
              <a:buSzPct val="70000"/>
              <a:buFont typeface="Wingdings 2"/>
              <a:buChar char=""/>
              <a:defRPr kumimoji="0" sz="1800" kern="1200">
                <a:solidFill>
                  <a:schemeClr val="tx1"/>
                </a:solidFill>
                <a:latin typeface="+mn-lt"/>
                <a:ea typeface="+mn-ea"/>
                <a:cs typeface="+mn-cs"/>
              </a:defRPr>
            </a:lvl3pPr>
            <a:lvl4pPr marL="1188720" indent="-210312" algn="l" rtl="0" eaLnBrk="1" latinLnBrk="0" hangingPunct="1">
              <a:spcBef>
                <a:spcPct val="20000"/>
              </a:spcBef>
              <a:buClr>
                <a:schemeClr val="accent3"/>
              </a:buClr>
              <a:buSzPct val="65000"/>
              <a:buFont typeface="Wingdings 2"/>
              <a:buChar char=""/>
              <a:defRPr kumimoji="0" sz="1800" kern="1200">
                <a:solidFill>
                  <a:schemeClr val="tx1"/>
                </a:solidFill>
                <a:latin typeface="+mn-lt"/>
                <a:ea typeface="+mn-ea"/>
                <a:cs typeface="+mn-cs"/>
              </a:defRPr>
            </a:lvl4pPr>
            <a:lvl5pPr marL="1463040" indent="-210312" algn="l" rtl="0" eaLnBrk="1" latinLnBrk="0" hangingPunct="1">
              <a:spcBef>
                <a:spcPct val="20000"/>
              </a:spcBef>
              <a:buClr>
                <a:schemeClr val="accent4"/>
              </a:buClr>
              <a:buSzPct val="65000"/>
              <a:buFont typeface="Wingdings 2"/>
              <a:buChar char=""/>
              <a:defRPr kumimoji="0" sz="1800" kern="1200">
                <a:solidFill>
                  <a:schemeClr val="tx1"/>
                </a:solidFill>
                <a:latin typeface="+mn-lt"/>
                <a:ea typeface="+mn-ea"/>
                <a:cs typeface="+mn-cs"/>
              </a:defRPr>
            </a:lvl5pPr>
            <a:lvl6pPr marL="1737360" indent="-210312" algn="l" rtl="0" eaLnBrk="1" latinLnBrk="1" hangingPunct="1">
              <a:spcBef>
                <a:spcPct val="20000"/>
              </a:spcBef>
              <a:buClr>
                <a:schemeClr val="accent5"/>
              </a:buClr>
              <a:buSzPct val="80000"/>
              <a:buFont typeface="Wingdings 2"/>
              <a:buChar char=""/>
              <a:defRPr kumimoji="0" sz="1800" kern="1200">
                <a:solidFill>
                  <a:schemeClr val="tx1"/>
                </a:solidFill>
                <a:latin typeface="+mn-lt"/>
                <a:ea typeface="+mn-ea"/>
                <a:cs typeface="+mn-cs"/>
              </a:defRPr>
            </a:lvl6pPr>
            <a:lvl7pPr marL="1920240" indent="-182880" algn="l" rtl="0" eaLnBrk="1" latinLnBrk="1" hangingPunct="1">
              <a:spcBef>
                <a:spcPct val="20000"/>
              </a:spcBef>
              <a:buClr>
                <a:schemeClr val="accent6"/>
              </a:buClr>
              <a:buSzPct val="80000"/>
              <a:buFont typeface="Wingdings 2"/>
              <a:buChar char=""/>
              <a:defRPr kumimoji="0" sz="1600" kern="1200" baseline="0">
                <a:solidFill>
                  <a:schemeClr val="tx1"/>
                </a:solidFill>
                <a:latin typeface="+mn-lt"/>
                <a:ea typeface="+mn-ea"/>
                <a:cs typeface="+mn-cs"/>
              </a:defRPr>
            </a:lvl7pPr>
            <a:lvl8pPr marL="2194560" indent="-182880" algn="l" rtl="0" eaLnBrk="1" latinLnBrk="1" hangingPunct="1">
              <a:spcBef>
                <a:spcPct val="20000"/>
              </a:spcBef>
              <a:buClr>
                <a:schemeClr val="tx2"/>
              </a:buClr>
              <a:buChar char="•"/>
              <a:defRPr kumimoji="0" sz="1600" kern="1200">
                <a:solidFill>
                  <a:schemeClr val="tx1"/>
                </a:solidFill>
                <a:latin typeface="+mn-lt"/>
                <a:ea typeface="+mn-ea"/>
                <a:cs typeface="+mn-cs"/>
              </a:defRPr>
            </a:lvl8pPr>
            <a:lvl9pPr marL="2468880" indent="-182880" algn="l" rtl="0" eaLnBrk="1" latinLnBrk="1" hangingPunct="1">
              <a:spcBef>
                <a:spcPct val="20000"/>
              </a:spcBef>
              <a:buClr>
                <a:schemeClr val="tx2"/>
              </a:buClr>
              <a:buFontTx/>
              <a:buChar char="•"/>
              <a:defRPr kumimoji="0" sz="1400" kern="1200" baseline="0">
                <a:solidFill>
                  <a:schemeClr val="tx1"/>
                </a:solidFill>
                <a:latin typeface="+mn-lt"/>
                <a:ea typeface="+mn-ea"/>
                <a:cs typeface="+mn-cs"/>
              </a:defRPr>
            </a:lvl9pPr>
          </a:lstStyle>
          <a:p>
            <a:endParaRPr lang="pl-PL" dirty="0"/>
          </a:p>
        </p:txBody>
      </p:sp>
      <p:sp>
        <p:nvSpPr>
          <p:cNvPr id="19" name="Title Placeholder 3"/>
          <p:cNvSpPr txBox="1">
            <a:spLocks/>
          </p:cNvSpPr>
          <p:nvPr userDrawn="1"/>
        </p:nvSpPr>
        <p:spPr>
          <a:xfrm>
            <a:off x="457200" y="365125"/>
            <a:ext cx="8229600" cy="615603"/>
          </a:xfrm>
          <a:prstGeom prst="rect">
            <a:avLst/>
          </a:prstGeom>
        </p:spPr>
        <p:txBody>
          <a:bodyPr vert="horz" lIns="91440" tIns="45720" rIns="91440" bIns="45720" rtlCol="0" anchor="ctr">
            <a:noAutofit/>
          </a:bodyPr>
          <a:lstStyle>
            <a:lvl1pPr algn="r" rtl="0" eaLnBrk="1" latinLnBrk="1" hangingPunct="1">
              <a:spcBef>
                <a:spcPct val="0"/>
              </a:spcBef>
              <a:buNone/>
              <a:defRPr kumimoji="0" sz="2800" b="0" kern="1200">
                <a:ln>
                  <a:noFill/>
                </a:ln>
                <a:solidFill>
                  <a:srgbClr val="374971"/>
                </a:solidFill>
                <a:effectLst/>
                <a:latin typeface="+mj-lt"/>
                <a:ea typeface="+mj-ea"/>
                <a:cs typeface="+mj-cs"/>
              </a:defRPr>
            </a:lvl1pPr>
          </a:lstStyle>
          <a:p>
            <a:endParaRPr lang="pl-PL" dirty="0"/>
          </a:p>
        </p:txBody>
      </p:sp>
      <p:pic>
        <p:nvPicPr>
          <p:cNvPr id="2" name="Picture 1"/>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457200" y="188640"/>
            <a:ext cx="720000" cy="720000"/>
          </a:xfrm>
          <a:prstGeom prst="rect">
            <a:avLst/>
          </a:prstGeom>
        </p:spPr>
      </p:pic>
      <p:cxnSp>
        <p:nvCxnSpPr>
          <p:cNvPr id="9" name="Straight Connector 28">
            <a:extLst>
              <a:ext uri="{FF2B5EF4-FFF2-40B4-BE49-F238E27FC236}">
                <a16:creationId xmlns:a16="http://schemas.microsoft.com/office/drawing/2014/main" id="{6B2A45FA-DAC2-4EEA-AF36-44EDBBC7BD62}"/>
              </a:ext>
            </a:extLst>
          </p:cNvPr>
          <p:cNvCxnSpPr>
            <a:cxnSpLocks/>
          </p:cNvCxnSpPr>
          <p:nvPr userDrawn="1"/>
        </p:nvCxnSpPr>
        <p:spPr>
          <a:xfrm>
            <a:off x="457200" y="980728"/>
            <a:ext cx="8229600" cy="0"/>
          </a:xfrm>
          <a:prstGeom prst="line">
            <a:avLst/>
          </a:prstGeom>
          <a:ln w="127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58607538"/>
      </p:ext>
    </p:extLst>
  </p:cSld>
  <p:clrMap bg1="lt1" tx1="dk1" bg2="lt2" tx2="dk2" accent1="accent1" accent2="accent2" accent3="accent3" accent4="accent4" accent5="accent5" accent6="accent6" hlink="hlink" folHlink="folHlink"/>
  <p:sldLayoutIdLst>
    <p:sldLayoutId id="2147483780" r:id="rId1"/>
  </p:sldLayoutIdLst>
  <p:hf hdr="0" dt="0"/>
  <p:txStyles>
    <p:titleStyle>
      <a:lvl1pPr algn="r" rtl="0" eaLnBrk="1" latinLnBrk="1" hangingPunct="1">
        <a:spcBef>
          <a:spcPct val="0"/>
        </a:spcBef>
        <a:buNone/>
        <a:defRPr kumimoji="0" sz="2800" b="0" kern="1200">
          <a:ln>
            <a:noFill/>
          </a:ln>
          <a:solidFill>
            <a:srgbClr val="374971"/>
          </a:solidFill>
          <a:effectLst/>
          <a:latin typeface="+mj-lt"/>
          <a:ea typeface="+mj-ea"/>
          <a:cs typeface="+mj-cs"/>
        </a:defRPr>
      </a:lvl1pPr>
    </p:titleStyle>
    <p:bodyStyle>
      <a:lvl1pPr marL="285750" indent="-285750" algn="l" rtl="0" eaLnBrk="1" latinLnBrk="1" hangingPunct="1">
        <a:spcBef>
          <a:spcPct val="20000"/>
        </a:spcBef>
        <a:spcAft>
          <a:spcPts val="600"/>
        </a:spcAft>
        <a:buClr>
          <a:srgbClr val="374971"/>
        </a:buClr>
        <a:buSzPct val="95000"/>
        <a:buFont typeface="Wingdings" panose="05000000000000000000" pitchFamily="2" charset="2"/>
        <a:buChar char="§"/>
        <a:defRPr kumimoji="0" sz="1800" kern="1200">
          <a:solidFill>
            <a:schemeClr val="tx1"/>
          </a:solidFill>
          <a:latin typeface="+mn-lt"/>
          <a:ea typeface="+mn-ea"/>
          <a:cs typeface="+mn-cs"/>
        </a:defRPr>
      </a:lvl1pPr>
      <a:lvl2pPr marL="640080" indent="-246888" algn="l" rtl="0" eaLnBrk="1" latinLnBrk="0" hangingPunct="1">
        <a:spcBef>
          <a:spcPct val="20000"/>
        </a:spcBef>
        <a:spcAft>
          <a:spcPts val="600"/>
        </a:spcAft>
        <a:buClr>
          <a:schemeClr val="accent1"/>
        </a:buClr>
        <a:buSzPct val="85000"/>
        <a:buFont typeface="Wingdings 2"/>
        <a:buChar char=""/>
        <a:defRPr kumimoji="0" sz="1800" kern="1200">
          <a:solidFill>
            <a:schemeClr val="tx1"/>
          </a:solidFill>
          <a:latin typeface="+mn-lt"/>
          <a:ea typeface="+mn-ea"/>
          <a:cs typeface="+mn-cs"/>
        </a:defRPr>
      </a:lvl2pPr>
      <a:lvl3pPr marL="914400" indent="-246888" algn="l" rtl="0" eaLnBrk="1" latinLnBrk="0" hangingPunct="1">
        <a:spcBef>
          <a:spcPct val="20000"/>
        </a:spcBef>
        <a:spcAft>
          <a:spcPts val="600"/>
        </a:spcAft>
        <a:buClr>
          <a:schemeClr val="accent2"/>
        </a:buClr>
        <a:buSzPct val="70000"/>
        <a:buFont typeface="Wingdings 2"/>
        <a:buChar char=""/>
        <a:defRPr kumimoji="0" sz="1800" kern="1200">
          <a:solidFill>
            <a:schemeClr val="tx1"/>
          </a:solidFill>
          <a:latin typeface="+mn-lt"/>
          <a:ea typeface="+mn-ea"/>
          <a:cs typeface="+mn-cs"/>
        </a:defRPr>
      </a:lvl3pPr>
      <a:lvl4pPr marL="1188720" indent="-210312" algn="l" rtl="0" eaLnBrk="1" latinLnBrk="0" hangingPunct="1">
        <a:spcBef>
          <a:spcPct val="20000"/>
        </a:spcBef>
        <a:spcAft>
          <a:spcPts val="600"/>
        </a:spcAft>
        <a:buClr>
          <a:schemeClr val="accent3"/>
        </a:buClr>
        <a:buSzPct val="65000"/>
        <a:buFont typeface="Wingdings 2"/>
        <a:buChar char=""/>
        <a:defRPr kumimoji="0" sz="1800" kern="1200">
          <a:solidFill>
            <a:schemeClr val="tx1"/>
          </a:solidFill>
          <a:latin typeface="+mn-lt"/>
          <a:ea typeface="+mn-ea"/>
          <a:cs typeface="+mn-cs"/>
        </a:defRPr>
      </a:lvl4pPr>
      <a:lvl5pPr marL="1463040" indent="-210312" algn="l" rtl="0" eaLnBrk="1" latinLnBrk="0" hangingPunct="1">
        <a:spcBef>
          <a:spcPct val="20000"/>
        </a:spcBef>
        <a:spcAft>
          <a:spcPts val="600"/>
        </a:spcAft>
        <a:buClr>
          <a:schemeClr val="accent4"/>
        </a:buClr>
        <a:buSzPct val="65000"/>
        <a:buFont typeface="Wingdings 2"/>
        <a:buChar char=""/>
        <a:defRPr kumimoji="0" sz="1800" kern="1200">
          <a:solidFill>
            <a:schemeClr val="tx1"/>
          </a:solidFill>
          <a:latin typeface="+mn-lt"/>
          <a:ea typeface="+mn-ea"/>
          <a:cs typeface="+mn-cs"/>
        </a:defRPr>
      </a:lvl5pPr>
      <a:lvl6pPr marL="1737360" indent="-210312" algn="l" rtl="0" eaLnBrk="1" latinLnBrk="1" hangingPunct="1">
        <a:spcBef>
          <a:spcPct val="20000"/>
        </a:spcBef>
        <a:buClr>
          <a:schemeClr val="accent5"/>
        </a:buClr>
        <a:buSzPct val="80000"/>
        <a:buFont typeface="Wingdings 2"/>
        <a:buChar char=""/>
        <a:defRPr kumimoji="0" sz="1800" kern="1200">
          <a:solidFill>
            <a:schemeClr val="tx1"/>
          </a:solidFill>
          <a:latin typeface="+mn-lt"/>
          <a:ea typeface="+mn-ea"/>
          <a:cs typeface="+mn-cs"/>
        </a:defRPr>
      </a:lvl6pPr>
      <a:lvl7pPr marL="1920240" indent="-182880" algn="l" rtl="0" eaLnBrk="1" latinLnBrk="1" hangingPunct="1">
        <a:spcBef>
          <a:spcPct val="20000"/>
        </a:spcBef>
        <a:buClr>
          <a:schemeClr val="accent6"/>
        </a:buClr>
        <a:buSzPct val="80000"/>
        <a:buFont typeface="Wingdings 2"/>
        <a:buChar char=""/>
        <a:defRPr kumimoji="0" sz="1600" kern="1200" baseline="0">
          <a:solidFill>
            <a:schemeClr val="tx1"/>
          </a:solidFill>
          <a:latin typeface="+mn-lt"/>
          <a:ea typeface="+mn-ea"/>
          <a:cs typeface="+mn-cs"/>
        </a:defRPr>
      </a:lvl7pPr>
      <a:lvl8pPr marL="2194560" indent="-182880" algn="l" rtl="0" eaLnBrk="1" latinLnBrk="1" hangingPunct="1">
        <a:spcBef>
          <a:spcPct val="20000"/>
        </a:spcBef>
        <a:buClr>
          <a:schemeClr val="tx2"/>
        </a:buClr>
        <a:buChar char="•"/>
        <a:defRPr kumimoji="0" sz="1600" kern="1200">
          <a:solidFill>
            <a:schemeClr val="tx1"/>
          </a:solidFill>
          <a:latin typeface="+mn-lt"/>
          <a:ea typeface="+mn-ea"/>
          <a:cs typeface="+mn-cs"/>
        </a:defRPr>
      </a:lvl8pPr>
      <a:lvl9pPr marL="2468880" indent="-182880" algn="l" rtl="0" eaLnBrk="1" latinLnBrk="1" hangingPunct="1">
        <a:spcBef>
          <a:spcPct val="20000"/>
        </a:spcBef>
        <a:buClr>
          <a:schemeClr val="tx2"/>
        </a:buClr>
        <a:buFontTx/>
        <a:buChar char="•"/>
        <a:defRPr kumimoji="0" sz="1400" kern="1200" baseline="0">
          <a:solidFill>
            <a:schemeClr val="tx1"/>
          </a:solidFill>
          <a:latin typeface="+mn-lt"/>
          <a:ea typeface="+mn-ea"/>
          <a:cs typeface="+mn-cs"/>
        </a:defRPr>
      </a:lvl9pPr>
    </p:bodyStyle>
    <p:otherStyle>
      <a:lvl1pPr marL="0" algn="l" rtl="0" eaLnBrk="1" latinLnBrk="1" hangingPunct="1">
        <a:defRPr kumimoji="0" kern="1200">
          <a:solidFill>
            <a:schemeClr val="tx1"/>
          </a:solidFill>
          <a:latin typeface="+mn-lt"/>
          <a:ea typeface="+mn-ea"/>
          <a:cs typeface="+mn-cs"/>
        </a:defRPr>
      </a:lvl1pPr>
      <a:lvl2pPr marL="457200" algn="l" rtl="0" eaLnBrk="1" latinLnBrk="1" hangingPunct="1">
        <a:defRPr kumimoji="0" kern="1200">
          <a:solidFill>
            <a:schemeClr val="tx1"/>
          </a:solidFill>
          <a:latin typeface="+mn-lt"/>
          <a:ea typeface="+mn-ea"/>
          <a:cs typeface="+mn-cs"/>
        </a:defRPr>
      </a:lvl2pPr>
      <a:lvl3pPr marL="914400" algn="l" rtl="0" eaLnBrk="1" latinLnBrk="1" hangingPunct="1">
        <a:defRPr kumimoji="0" kern="1200">
          <a:solidFill>
            <a:schemeClr val="tx1"/>
          </a:solidFill>
          <a:latin typeface="+mn-lt"/>
          <a:ea typeface="+mn-ea"/>
          <a:cs typeface="+mn-cs"/>
        </a:defRPr>
      </a:lvl3pPr>
      <a:lvl4pPr marL="1371600" algn="l" rtl="0" eaLnBrk="1" latinLnBrk="1" hangingPunct="1">
        <a:defRPr kumimoji="0" kern="1200">
          <a:solidFill>
            <a:schemeClr val="tx1"/>
          </a:solidFill>
          <a:latin typeface="+mn-lt"/>
          <a:ea typeface="+mn-ea"/>
          <a:cs typeface="+mn-cs"/>
        </a:defRPr>
      </a:lvl4pPr>
      <a:lvl5pPr marL="1828800" algn="l" rtl="0" eaLnBrk="1" latinLnBrk="1" hangingPunct="1">
        <a:defRPr kumimoji="0" kern="1200">
          <a:solidFill>
            <a:schemeClr val="tx1"/>
          </a:solidFill>
          <a:latin typeface="+mn-lt"/>
          <a:ea typeface="+mn-ea"/>
          <a:cs typeface="+mn-cs"/>
        </a:defRPr>
      </a:lvl5pPr>
      <a:lvl6pPr marL="2286000" algn="l" rtl="0" eaLnBrk="1" latinLnBrk="1" hangingPunct="1">
        <a:defRPr kumimoji="0" kern="1200">
          <a:solidFill>
            <a:schemeClr val="tx1"/>
          </a:solidFill>
          <a:latin typeface="+mn-lt"/>
          <a:ea typeface="+mn-ea"/>
          <a:cs typeface="+mn-cs"/>
        </a:defRPr>
      </a:lvl6pPr>
      <a:lvl7pPr marL="2743200" algn="l" rtl="0" eaLnBrk="1" latinLnBrk="1" hangingPunct="1">
        <a:defRPr kumimoji="0" kern="1200">
          <a:solidFill>
            <a:schemeClr val="tx1"/>
          </a:solidFill>
          <a:latin typeface="+mn-lt"/>
          <a:ea typeface="+mn-ea"/>
          <a:cs typeface="+mn-cs"/>
        </a:defRPr>
      </a:lvl7pPr>
      <a:lvl8pPr marL="3200400" algn="l" rtl="0" eaLnBrk="1" latinLnBrk="1" hangingPunct="1">
        <a:defRPr kumimoji="0" kern="1200">
          <a:solidFill>
            <a:schemeClr val="tx1"/>
          </a:solidFill>
          <a:latin typeface="+mn-lt"/>
          <a:ea typeface="+mn-ea"/>
          <a:cs typeface="+mn-cs"/>
        </a:defRPr>
      </a:lvl8pPr>
      <a:lvl9pPr marL="3657600" algn="l" rtl="0" eaLnBrk="1" latinLnBrk="1" hangingPunct="1">
        <a:defRPr kumimoji="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8" name="Rectangle 27"/>
          <p:cNvSpPr/>
          <p:nvPr userDrawn="1"/>
        </p:nvSpPr>
        <p:spPr>
          <a:xfrm>
            <a:off x="0" y="6525344"/>
            <a:ext cx="9144000" cy="332656"/>
          </a:xfrm>
          <a:prstGeom prst="rect">
            <a:avLst/>
          </a:prstGeom>
          <a:solidFill>
            <a:srgbClr val="37497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l-PL"/>
          </a:p>
        </p:txBody>
      </p:sp>
      <p:sp>
        <p:nvSpPr>
          <p:cNvPr id="6" name="Slide Number Placeholder 5"/>
          <p:cNvSpPr>
            <a:spLocks noGrp="1"/>
          </p:cNvSpPr>
          <p:nvPr>
            <p:ph type="sldNum" sz="quarter" idx="4"/>
          </p:nvPr>
        </p:nvSpPr>
        <p:spPr>
          <a:xfrm>
            <a:off x="7078166" y="6617244"/>
            <a:ext cx="2057400" cy="196132"/>
          </a:xfrm>
          <a:prstGeom prst="rect">
            <a:avLst/>
          </a:prstGeom>
        </p:spPr>
        <p:txBody>
          <a:bodyPr vert="horz" lIns="91440" tIns="45720" rIns="91440" bIns="45720" rtlCol="0" anchor="ctr"/>
          <a:lstStyle>
            <a:lvl1pPr algn="r">
              <a:defRPr sz="1200">
                <a:solidFill>
                  <a:schemeClr val="bg1"/>
                </a:solidFill>
              </a:defRPr>
            </a:lvl1pPr>
          </a:lstStyle>
          <a:p>
            <a:fld id="{12AAE51A-D9A9-4328-8D90-B9EADBAC13AD}" type="slidenum">
              <a:rPr lang="pl-PL" smtClean="0"/>
              <a:pPr/>
              <a:t>‹#›</a:t>
            </a:fld>
            <a:endParaRPr lang="pl-PL" dirty="0"/>
          </a:p>
        </p:txBody>
      </p:sp>
      <p:sp>
        <p:nvSpPr>
          <p:cNvPr id="17" name="Title Placeholder 3"/>
          <p:cNvSpPr txBox="1">
            <a:spLocks/>
          </p:cNvSpPr>
          <p:nvPr userDrawn="1"/>
        </p:nvSpPr>
        <p:spPr>
          <a:xfrm>
            <a:off x="2123728" y="365125"/>
            <a:ext cx="6563072" cy="615603"/>
          </a:xfrm>
          <a:prstGeom prst="rect">
            <a:avLst/>
          </a:prstGeom>
        </p:spPr>
        <p:txBody>
          <a:bodyPr vert="horz" lIns="91440" tIns="45720" rIns="91440" bIns="45720" rtlCol="0" anchor="ctr">
            <a:noAutofit/>
          </a:bodyPr>
          <a:lstStyle>
            <a:lvl1pPr algn="r" rtl="0" eaLnBrk="1" latinLnBrk="1" hangingPunct="1">
              <a:spcBef>
                <a:spcPct val="0"/>
              </a:spcBef>
              <a:buNone/>
              <a:defRPr kumimoji="0" sz="2800" b="0" kern="1200">
                <a:ln>
                  <a:noFill/>
                </a:ln>
                <a:solidFill>
                  <a:srgbClr val="374971"/>
                </a:solidFill>
                <a:effectLst/>
                <a:latin typeface="+mj-lt"/>
                <a:ea typeface="+mj-ea"/>
                <a:cs typeface="+mj-cs"/>
              </a:defRPr>
            </a:lvl1pPr>
          </a:lstStyle>
          <a:p>
            <a:endParaRPr lang="pl-PL" dirty="0"/>
          </a:p>
        </p:txBody>
      </p:sp>
      <p:sp>
        <p:nvSpPr>
          <p:cNvPr id="18" name="Picture Placeholder 3"/>
          <p:cNvSpPr txBox="1">
            <a:spLocks/>
          </p:cNvSpPr>
          <p:nvPr userDrawn="1"/>
        </p:nvSpPr>
        <p:spPr>
          <a:xfrm>
            <a:off x="457200" y="365125"/>
            <a:ext cx="1378496" cy="1378497"/>
          </a:xfrm>
          <a:prstGeom prst="rect">
            <a:avLst/>
          </a:prstGeom>
        </p:spPr>
        <p:txBody>
          <a:bodyPr/>
          <a:lstStyle>
            <a:lvl1pPr marL="0" indent="0" algn="l" rtl="0" eaLnBrk="1" latinLnBrk="1" hangingPunct="1">
              <a:spcBef>
                <a:spcPct val="20000"/>
              </a:spcBef>
              <a:buClr>
                <a:srgbClr val="374971"/>
              </a:buClr>
              <a:buSzPct val="95000"/>
              <a:buFont typeface="Wingdings" panose="05000000000000000000" pitchFamily="2" charset="2"/>
              <a:buNone/>
              <a:defRPr kumimoji="0" sz="1800" kern="1200">
                <a:solidFill>
                  <a:schemeClr val="tx1"/>
                </a:solidFill>
                <a:latin typeface="+mn-lt"/>
                <a:ea typeface="+mn-ea"/>
                <a:cs typeface="+mn-cs"/>
              </a:defRPr>
            </a:lvl1pPr>
            <a:lvl2pPr marL="640080" indent="-246888" algn="l" rtl="0" eaLnBrk="1" latinLnBrk="0" hangingPunct="1">
              <a:spcBef>
                <a:spcPct val="20000"/>
              </a:spcBef>
              <a:buClr>
                <a:schemeClr val="accent1"/>
              </a:buClr>
              <a:buSzPct val="85000"/>
              <a:buFont typeface="Wingdings 2"/>
              <a:buChar char=""/>
              <a:defRPr kumimoji="0" sz="1800" kern="1200">
                <a:solidFill>
                  <a:schemeClr val="tx1"/>
                </a:solidFill>
                <a:latin typeface="+mn-lt"/>
                <a:ea typeface="+mn-ea"/>
                <a:cs typeface="+mn-cs"/>
              </a:defRPr>
            </a:lvl2pPr>
            <a:lvl3pPr marL="914400" indent="-246888" algn="l" rtl="0" eaLnBrk="1" latinLnBrk="0" hangingPunct="1">
              <a:spcBef>
                <a:spcPct val="20000"/>
              </a:spcBef>
              <a:buClr>
                <a:schemeClr val="accent2"/>
              </a:buClr>
              <a:buSzPct val="70000"/>
              <a:buFont typeface="Wingdings 2"/>
              <a:buChar char=""/>
              <a:defRPr kumimoji="0" sz="1800" kern="1200">
                <a:solidFill>
                  <a:schemeClr val="tx1"/>
                </a:solidFill>
                <a:latin typeface="+mn-lt"/>
                <a:ea typeface="+mn-ea"/>
                <a:cs typeface="+mn-cs"/>
              </a:defRPr>
            </a:lvl3pPr>
            <a:lvl4pPr marL="1188720" indent="-210312" algn="l" rtl="0" eaLnBrk="1" latinLnBrk="0" hangingPunct="1">
              <a:spcBef>
                <a:spcPct val="20000"/>
              </a:spcBef>
              <a:buClr>
                <a:schemeClr val="accent3"/>
              </a:buClr>
              <a:buSzPct val="65000"/>
              <a:buFont typeface="Wingdings 2"/>
              <a:buChar char=""/>
              <a:defRPr kumimoji="0" sz="1800" kern="1200">
                <a:solidFill>
                  <a:schemeClr val="tx1"/>
                </a:solidFill>
                <a:latin typeface="+mn-lt"/>
                <a:ea typeface="+mn-ea"/>
                <a:cs typeface="+mn-cs"/>
              </a:defRPr>
            </a:lvl4pPr>
            <a:lvl5pPr marL="1463040" indent="-210312" algn="l" rtl="0" eaLnBrk="1" latinLnBrk="0" hangingPunct="1">
              <a:spcBef>
                <a:spcPct val="20000"/>
              </a:spcBef>
              <a:buClr>
                <a:schemeClr val="accent4"/>
              </a:buClr>
              <a:buSzPct val="65000"/>
              <a:buFont typeface="Wingdings 2"/>
              <a:buChar char=""/>
              <a:defRPr kumimoji="0" sz="1800" kern="1200">
                <a:solidFill>
                  <a:schemeClr val="tx1"/>
                </a:solidFill>
                <a:latin typeface="+mn-lt"/>
                <a:ea typeface="+mn-ea"/>
                <a:cs typeface="+mn-cs"/>
              </a:defRPr>
            </a:lvl5pPr>
            <a:lvl6pPr marL="1737360" indent="-210312" algn="l" rtl="0" eaLnBrk="1" latinLnBrk="1" hangingPunct="1">
              <a:spcBef>
                <a:spcPct val="20000"/>
              </a:spcBef>
              <a:buClr>
                <a:schemeClr val="accent5"/>
              </a:buClr>
              <a:buSzPct val="80000"/>
              <a:buFont typeface="Wingdings 2"/>
              <a:buChar char=""/>
              <a:defRPr kumimoji="0" sz="1800" kern="1200">
                <a:solidFill>
                  <a:schemeClr val="tx1"/>
                </a:solidFill>
                <a:latin typeface="+mn-lt"/>
                <a:ea typeface="+mn-ea"/>
                <a:cs typeface="+mn-cs"/>
              </a:defRPr>
            </a:lvl6pPr>
            <a:lvl7pPr marL="1920240" indent="-182880" algn="l" rtl="0" eaLnBrk="1" latinLnBrk="1" hangingPunct="1">
              <a:spcBef>
                <a:spcPct val="20000"/>
              </a:spcBef>
              <a:buClr>
                <a:schemeClr val="accent6"/>
              </a:buClr>
              <a:buSzPct val="80000"/>
              <a:buFont typeface="Wingdings 2"/>
              <a:buChar char=""/>
              <a:defRPr kumimoji="0" sz="1600" kern="1200" baseline="0">
                <a:solidFill>
                  <a:schemeClr val="tx1"/>
                </a:solidFill>
                <a:latin typeface="+mn-lt"/>
                <a:ea typeface="+mn-ea"/>
                <a:cs typeface="+mn-cs"/>
              </a:defRPr>
            </a:lvl7pPr>
            <a:lvl8pPr marL="2194560" indent="-182880" algn="l" rtl="0" eaLnBrk="1" latinLnBrk="1" hangingPunct="1">
              <a:spcBef>
                <a:spcPct val="20000"/>
              </a:spcBef>
              <a:buClr>
                <a:schemeClr val="tx2"/>
              </a:buClr>
              <a:buChar char="•"/>
              <a:defRPr kumimoji="0" sz="1600" kern="1200">
                <a:solidFill>
                  <a:schemeClr val="tx1"/>
                </a:solidFill>
                <a:latin typeface="+mn-lt"/>
                <a:ea typeface="+mn-ea"/>
                <a:cs typeface="+mn-cs"/>
              </a:defRPr>
            </a:lvl8pPr>
            <a:lvl9pPr marL="2468880" indent="-182880" algn="l" rtl="0" eaLnBrk="1" latinLnBrk="1" hangingPunct="1">
              <a:spcBef>
                <a:spcPct val="20000"/>
              </a:spcBef>
              <a:buClr>
                <a:schemeClr val="tx2"/>
              </a:buClr>
              <a:buFontTx/>
              <a:buChar char="•"/>
              <a:defRPr kumimoji="0" sz="1400" kern="1200" baseline="0">
                <a:solidFill>
                  <a:schemeClr val="tx1"/>
                </a:solidFill>
                <a:latin typeface="+mn-lt"/>
                <a:ea typeface="+mn-ea"/>
                <a:cs typeface="+mn-cs"/>
              </a:defRPr>
            </a:lvl9pPr>
          </a:lstStyle>
          <a:p>
            <a:endParaRPr lang="pl-PL" dirty="0"/>
          </a:p>
        </p:txBody>
      </p:sp>
      <p:sp>
        <p:nvSpPr>
          <p:cNvPr id="19" name="Title Placeholder 3"/>
          <p:cNvSpPr txBox="1">
            <a:spLocks/>
          </p:cNvSpPr>
          <p:nvPr userDrawn="1"/>
        </p:nvSpPr>
        <p:spPr>
          <a:xfrm>
            <a:off x="457200" y="365125"/>
            <a:ext cx="8229600" cy="615603"/>
          </a:xfrm>
          <a:prstGeom prst="rect">
            <a:avLst/>
          </a:prstGeom>
        </p:spPr>
        <p:txBody>
          <a:bodyPr vert="horz" lIns="91440" tIns="45720" rIns="91440" bIns="45720" rtlCol="0" anchor="ctr">
            <a:noAutofit/>
          </a:bodyPr>
          <a:lstStyle>
            <a:lvl1pPr algn="r" rtl="0" eaLnBrk="1" latinLnBrk="1" hangingPunct="1">
              <a:spcBef>
                <a:spcPct val="0"/>
              </a:spcBef>
              <a:buNone/>
              <a:defRPr kumimoji="0" sz="2800" b="0" kern="1200">
                <a:ln>
                  <a:noFill/>
                </a:ln>
                <a:solidFill>
                  <a:srgbClr val="374971"/>
                </a:solidFill>
                <a:effectLst/>
                <a:latin typeface="+mj-lt"/>
                <a:ea typeface="+mj-ea"/>
                <a:cs typeface="+mj-cs"/>
              </a:defRPr>
            </a:lvl1pPr>
          </a:lstStyle>
          <a:p>
            <a:endParaRPr lang="pl-PL" dirty="0"/>
          </a:p>
        </p:txBody>
      </p:sp>
      <p:pic>
        <p:nvPicPr>
          <p:cNvPr id="3" name="Picture 2"/>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457200" y="188640"/>
            <a:ext cx="720000" cy="720000"/>
          </a:xfrm>
          <a:prstGeom prst="rect">
            <a:avLst/>
          </a:prstGeom>
        </p:spPr>
      </p:pic>
      <p:cxnSp>
        <p:nvCxnSpPr>
          <p:cNvPr id="11" name="Straight Connector 28">
            <a:extLst>
              <a:ext uri="{FF2B5EF4-FFF2-40B4-BE49-F238E27FC236}">
                <a16:creationId xmlns:a16="http://schemas.microsoft.com/office/drawing/2014/main" id="{BA2A6B3F-FE04-4D54-9193-9E92A1BFCFCE}"/>
              </a:ext>
            </a:extLst>
          </p:cNvPr>
          <p:cNvCxnSpPr>
            <a:cxnSpLocks/>
          </p:cNvCxnSpPr>
          <p:nvPr userDrawn="1"/>
        </p:nvCxnSpPr>
        <p:spPr>
          <a:xfrm>
            <a:off x="457200" y="980728"/>
            <a:ext cx="8229600" cy="0"/>
          </a:xfrm>
          <a:prstGeom prst="line">
            <a:avLst/>
          </a:prstGeom>
          <a:ln w="127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51685051"/>
      </p:ext>
    </p:extLst>
  </p:cSld>
  <p:clrMap bg1="lt1" tx1="dk1" bg2="lt2" tx2="dk2" accent1="accent1" accent2="accent2" accent3="accent3" accent4="accent4" accent5="accent5" accent6="accent6" hlink="hlink" folHlink="folHlink"/>
  <p:sldLayoutIdLst>
    <p:sldLayoutId id="2147483782" r:id="rId1"/>
    <p:sldLayoutId id="2147483791" r:id="rId2"/>
  </p:sldLayoutIdLst>
  <p:hf hdr="0" dt="0"/>
  <p:txStyles>
    <p:titleStyle>
      <a:lvl1pPr algn="r" rtl="0" eaLnBrk="1" latinLnBrk="1" hangingPunct="1">
        <a:spcBef>
          <a:spcPct val="0"/>
        </a:spcBef>
        <a:buNone/>
        <a:defRPr kumimoji="0" sz="2800" b="0" kern="1200">
          <a:ln>
            <a:noFill/>
          </a:ln>
          <a:solidFill>
            <a:srgbClr val="374971"/>
          </a:solidFill>
          <a:effectLst/>
          <a:latin typeface="+mj-lt"/>
          <a:ea typeface="+mj-ea"/>
          <a:cs typeface="+mj-cs"/>
        </a:defRPr>
      </a:lvl1pPr>
    </p:titleStyle>
    <p:bodyStyle>
      <a:lvl1pPr marL="285750" indent="-285750" algn="l" rtl="0" eaLnBrk="1" latinLnBrk="1" hangingPunct="1">
        <a:spcBef>
          <a:spcPct val="20000"/>
        </a:spcBef>
        <a:spcAft>
          <a:spcPts val="600"/>
        </a:spcAft>
        <a:buClr>
          <a:srgbClr val="374971"/>
        </a:buClr>
        <a:buSzPct val="95000"/>
        <a:buFont typeface="Wingdings" panose="05000000000000000000" pitchFamily="2" charset="2"/>
        <a:buChar char="§"/>
        <a:defRPr kumimoji="0" sz="1800" kern="1200">
          <a:solidFill>
            <a:schemeClr val="tx1"/>
          </a:solidFill>
          <a:latin typeface="+mn-lt"/>
          <a:ea typeface="+mn-ea"/>
          <a:cs typeface="+mn-cs"/>
        </a:defRPr>
      </a:lvl1pPr>
      <a:lvl2pPr marL="640080" indent="-246888" algn="l" rtl="0" eaLnBrk="1" latinLnBrk="0" hangingPunct="1">
        <a:spcBef>
          <a:spcPct val="20000"/>
        </a:spcBef>
        <a:spcAft>
          <a:spcPts val="600"/>
        </a:spcAft>
        <a:buClr>
          <a:schemeClr val="accent1"/>
        </a:buClr>
        <a:buSzPct val="85000"/>
        <a:buFont typeface="Wingdings 2"/>
        <a:buChar char=""/>
        <a:defRPr kumimoji="0" sz="1800" kern="1200">
          <a:solidFill>
            <a:schemeClr val="tx1"/>
          </a:solidFill>
          <a:latin typeface="+mn-lt"/>
          <a:ea typeface="+mn-ea"/>
          <a:cs typeface="+mn-cs"/>
        </a:defRPr>
      </a:lvl2pPr>
      <a:lvl3pPr marL="914400" indent="-246888" algn="l" rtl="0" eaLnBrk="1" latinLnBrk="0" hangingPunct="1">
        <a:spcBef>
          <a:spcPct val="20000"/>
        </a:spcBef>
        <a:spcAft>
          <a:spcPts val="600"/>
        </a:spcAft>
        <a:buClr>
          <a:schemeClr val="accent2"/>
        </a:buClr>
        <a:buSzPct val="70000"/>
        <a:buFont typeface="Wingdings 2"/>
        <a:buChar char=""/>
        <a:defRPr kumimoji="0" sz="1800" kern="1200">
          <a:solidFill>
            <a:schemeClr val="tx1"/>
          </a:solidFill>
          <a:latin typeface="+mn-lt"/>
          <a:ea typeface="+mn-ea"/>
          <a:cs typeface="+mn-cs"/>
        </a:defRPr>
      </a:lvl3pPr>
      <a:lvl4pPr marL="1188720" indent="-210312" algn="l" rtl="0" eaLnBrk="1" latinLnBrk="0" hangingPunct="1">
        <a:spcBef>
          <a:spcPct val="20000"/>
        </a:spcBef>
        <a:spcAft>
          <a:spcPts val="600"/>
        </a:spcAft>
        <a:buClr>
          <a:schemeClr val="accent3"/>
        </a:buClr>
        <a:buSzPct val="65000"/>
        <a:buFont typeface="Wingdings 2"/>
        <a:buChar char=""/>
        <a:defRPr kumimoji="0" sz="1800" kern="1200">
          <a:solidFill>
            <a:schemeClr val="tx1"/>
          </a:solidFill>
          <a:latin typeface="+mn-lt"/>
          <a:ea typeface="+mn-ea"/>
          <a:cs typeface="+mn-cs"/>
        </a:defRPr>
      </a:lvl4pPr>
      <a:lvl5pPr marL="1463040" indent="-210312" algn="l" rtl="0" eaLnBrk="1" latinLnBrk="0" hangingPunct="1">
        <a:spcBef>
          <a:spcPct val="20000"/>
        </a:spcBef>
        <a:spcAft>
          <a:spcPts val="600"/>
        </a:spcAft>
        <a:buClr>
          <a:schemeClr val="accent4"/>
        </a:buClr>
        <a:buSzPct val="65000"/>
        <a:buFont typeface="Wingdings 2"/>
        <a:buChar char=""/>
        <a:defRPr kumimoji="0" sz="1800" kern="1200">
          <a:solidFill>
            <a:schemeClr val="tx1"/>
          </a:solidFill>
          <a:latin typeface="+mn-lt"/>
          <a:ea typeface="+mn-ea"/>
          <a:cs typeface="+mn-cs"/>
        </a:defRPr>
      </a:lvl5pPr>
      <a:lvl6pPr marL="1737360" indent="-210312" algn="l" rtl="0" eaLnBrk="1" latinLnBrk="1" hangingPunct="1">
        <a:spcBef>
          <a:spcPct val="20000"/>
        </a:spcBef>
        <a:buClr>
          <a:schemeClr val="accent5"/>
        </a:buClr>
        <a:buSzPct val="80000"/>
        <a:buFont typeface="Wingdings 2"/>
        <a:buChar char=""/>
        <a:defRPr kumimoji="0" sz="1800" kern="1200">
          <a:solidFill>
            <a:schemeClr val="tx1"/>
          </a:solidFill>
          <a:latin typeface="+mn-lt"/>
          <a:ea typeface="+mn-ea"/>
          <a:cs typeface="+mn-cs"/>
        </a:defRPr>
      </a:lvl6pPr>
      <a:lvl7pPr marL="1920240" indent="-182880" algn="l" rtl="0" eaLnBrk="1" latinLnBrk="1" hangingPunct="1">
        <a:spcBef>
          <a:spcPct val="20000"/>
        </a:spcBef>
        <a:buClr>
          <a:schemeClr val="accent6"/>
        </a:buClr>
        <a:buSzPct val="80000"/>
        <a:buFont typeface="Wingdings 2"/>
        <a:buChar char=""/>
        <a:defRPr kumimoji="0" sz="1600" kern="1200" baseline="0">
          <a:solidFill>
            <a:schemeClr val="tx1"/>
          </a:solidFill>
          <a:latin typeface="+mn-lt"/>
          <a:ea typeface="+mn-ea"/>
          <a:cs typeface="+mn-cs"/>
        </a:defRPr>
      </a:lvl7pPr>
      <a:lvl8pPr marL="2194560" indent="-182880" algn="l" rtl="0" eaLnBrk="1" latinLnBrk="1" hangingPunct="1">
        <a:spcBef>
          <a:spcPct val="20000"/>
        </a:spcBef>
        <a:buClr>
          <a:schemeClr val="tx2"/>
        </a:buClr>
        <a:buChar char="•"/>
        <a:defRPr kumimoji="0" sz="1600" kern="1200">
          <a:solidFill>
            <a:schemeClr val="tx1"/>
          </a:solidFill>
          <a:latin typeface="+mn-lt"/>
          <a:ea typeface="+mn-ea"/>
          <a:cs typeface="+mn-cs"/>
        </a:defRPr>
      </a:lvl8pPr>
      <a:lvl9pPr marL="2468880" indent="-182880" algn="l" rtl="0" eaLnBrk="1" latinLnBrk="1" hangingPunct="1">
        <a:spcBef>
          <a:spcPct val="20000"/>
        </a:spcBef>
        <a:buClr>
          <a:schemeClr val="tx2"/>
        </a:buClr>
        <a:buFontTx/>
        <a:buChar char="•"/>
        <a:defRPr kumimoji="0" sz="1400" kern="1200" baseline="0">
          <a:solidFill>
            <a:schemeClr val="tx1"/>
          </a:solidFill>
          <a:latin typeface="+mn-lt"/>
          <a:ea typeface="+mn-ea"/>
          <a:cs typeface="+mn-cs"/>
        </a:defRPr>
      </a:lvl9pPr>
    </p:bodyStyle>
    <p:otherStyle>
      <a:lvl1pPr marL="0" algn="l" rtl="0" eaLnBrk="1" latinLnBrk="1" hangingPunct="1">
        <a:defRPr kumimoji="0" kern="1200">
          <a:solidFill>
            <a:schemeClr val="tx1"/>
          </a:solidFill>
          <a:latin typeface="+mn-lt"/>
          <a:ea typeface="+mn-ea"/>
          <a:cs typeface="+mn-cs"/>
        </a:defRPr>
      </a:lvl1pPr>
      <a:lvl2pPr marL="457200" algn="l" rtl="0" eaLnBrk="1" latinLnBrk="1" hangingPunct="1">
        <a:defRPr kumimoji="0" kern="1200">
          <a:solidFill>
            <a:schemeClr val="tx1"/>
          </a:solidFill>
          <a:latin typeface="+mn-lt"/>
          <a:ea typeface="+mn-ea"/>
          <a:cs typeface="+mn-cs"/>
        </a:defRPr>
      </a:lvl2pPr>
      <a:lvl3pPr marL="914400" algn="l" rtl="0" eaLnBrk="1" latinLnBrk="1" hangingPunct="1">
        <a:defRPr kumimoji="0" kern="1200">
          <a:solidFill>
            <a:schemeClr val="tx1"/>
          </a:solidFill>
          <a:latin typeface="+mn-lt"/>
          <a:ea typeface="+mn-ea"/>
          <a:cs typeface="+mn-cs"/>
        </a:defRPr>
      </a:lvl3pPr>
      <a:lvl4pPr marL="1371600" algn="l" rtl="0" eaLnBrk="1" latinLnBrk="1" hangingPunct="1">
        <a:defRPr kumimoji="0" kern="1200">
          <a:solidFill>
            <a:schemeClr val="tx1"/>
          </a:solidFill>
          <a:latin typeface="+mn-lt"/>
          <a:ea typeface="+mn-ea"/>
          <a:cs typeface="+mn-cs"/>
        </a:defRPr>
      </a:lvl4pPr>
      <a:lvl5pPr marL="1828800" algn="l" rtl="0" eaLnBrk="1" latinLnBrk="1" hangingPunct="1">
        <a:defRPr kumimoji="0" kern="1200">
          <a:solidFill>
            <a:schemeClr val="tx1"/>
          </a:solidFill>
          <a:latin typeface="+mn-lt"/>
          <a:ea typeface="+mn-ea"/>
          <a:cs typeface="+mn-cs"/>
        </a:defRPr>
      </a:lvl5pPr>
      <a:lvl6pPr marL="2286000" algn="l" rtl="0" eaLnBrk="1" latinLnBrk="1" hangingPunct="1">
        <a:defRPr kumimoji="0" kern="1200">
          <a:solidFill>
            <a:schemeClr val="tx1"/>
          </a:solidFill>
          <a:latin typeface="+mn-lt"/>
          <a:ea typeface="+mn-ea"/>
          <a:cs typeface="+mn-cs"/>
        </a:defRPr>
      </a:lvl6pPr>
      <a:lvl7pPr marL="2743200" algn="l" rtl="0" eaLnBrk="1" latinLnBrk="1" hangingPunct="1">
        <a:defRPr kumimoji="0" kern="1200">
          <a:solidFill>
            <a:schemeClr val="tx1"/>
          </a:solidFill>
          <a:latin typeface="+mn-lt"/>
          <a:ea typeface="+mn-ea"/>
          <a:cs typeface="+mn-cs"/>
        </a:defRPr>
      </a:lvl7pPr>
      <a:lvl8pPr marL="3200400" algn="l" rtl="0" eaLnBrk="1" latinLnBrk="1" hangingPunct="1">
        <a:defRPr kumimoji="0" kern="1200">
          <a:solidFill>
            <a:schemeClr val="tx1"/>
          </a:solidFill>
          <a:latin typeface="+mn-lt"/>
          <a:ea typeface="+mn-ea"/>
          <a:cs typeface="+mn-cs"/>
        </a:defRPr>
      </a:lvl8pPr>
      <a:lvl9pPr marL="3657600" algn="l" rtl="0" eaLnBrk="1" latinLnBrk="1" hangingPunct="1">
        <a:defRPr kumimoji="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8" name="Rectangle 27"/>
          <p:cNvSpPr/>
          <p:nvPr userDrawn="1"/>
        </p:nvSpPr>
        <p:spPr>
          <a:xfrm>
            <a:off x="0" y="6525344"/>
            <a:ext cx="9144000" cy="332656"/>
          </a:xfrm>
          <a:prstGeom prst="rect">
            <a:avLst/>
          </a:prstGeom>
          <a:solidFill>
            <a:srgbClr val="37497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l-PL"/>
          </a:p>
        </p:txBody>
      </p:sp>
      <p:sp>
        <p:nvSpPr>
          <p:cNvPr id="32" name="내용 개체 틀 2"/>
          <p:cNvSpPr txBox="1">
            <a:spLocks/>
          </p:cNvSpPr>
          <p:nvPr userDrawn="1"/>
        </p:nvSpPr>
        <p:spPr>
          <a:xfrm>
            <a:off x="457200" y="1848192"/>
            <a:ext cx="8229600" cy="4389120"/>
          </a:xfrm>
          <a:prstGeom prst="rect">
            <a:avLst/>
          </a:prstGeom>
        </p:spPr>
        <p:txBody>
          <a:bodyPr>
            <a:normAutofit/>
          </a:bodyPr>
          <a:lstStyle>
            <a:lvl1pPr marL="274320" indent="-274320" algn="l" rtl="0" eaLnBrk="1" latinLnBrk="1" hangingPunct="1">
              <a:spcBef>
                <a:spcPct val="20000"/>
              </a:spcBef>
              <a:buClr>
                <a:schemeClr val="accent3"/>
              </a:buClr>
              <a:buSzPct val="95000"/>
              <a:buFont typeface="Wingdings 2"/>
              <a:buChar char=""/>
              <a:defRPr kumimoji="0" sz="2600" kern="1200">
                <a:solidFill>
                  <a:schemeClr val="tx1"/>
                </a:solidFill>
                <a:latin typeface="+mn-lt"/>
                <a:ea typeface="+mn-ea"/>
                <a:cs typeface="+mn-cs"/>
              </a:defRPr>
            </a:lvl1pPr>
            <a:lvl2pPr marL="640080" indent="-246888" algn="l" rtl="0" eaLnBrk="1" latinLnBrk="1" hangingPunct="1">
              <a:spcBef>
                <a:spcPct val="20000"/>
              </a:spcBef>
              <a:buClr>
                <a:schemeClr val="accent1"/>
              </a:buClr>
              <a:buSzPct val="85000"/>
              <a:buFont typeface="Wingdings 2"/>
              <a:buChar char=""/>
              <a:defRPr kumimoji="0" sz="2400" kern="1200">
                <a:solidFill>
                  <a:schemeClr val="tx1"/>
                </a:solidFill>
                <a:latin typeface="+mn-lt"/>
                <a:ea typeface="+mn-ea"/>
                <a:cs typeface="+mn-cs"/>
              </a:defRPr>
            </a:lvl2pPr>
            <a:lvl3pPr marL="914400" indent="-246888" algn="l" rtl="0" eaLnBrk="1" latinLnBrk="1" hangingPunct="1">
              <a:spcBef>
                <a:spcPct val="20000"/>
              </a:spcBef>
              <a:buClr>
                <a:schemeClr val="accent2"/>
              </a:buClr>
              <a:buSzPct val="70000"/>
              <a:buFont typeface="Wingdings 2"/>
              <a:buChar char=""/>
              <a:defRPr kumimoji="0" sz="2100" kern="1200">
                <a:solidFill>
                  <a:schemeClr val="tx1"/>
                </a:solidFill>
                <a:latin typeface="+mn-lt"/>
                <a:ea typeface="+mn-ea"/>
                <a:cs typeface="+mn-cs"/>
              </a:defRPr>
            </a:lvl3pPr>
            <a:lvl4pPr marL="1188720" indent="-210312" algn="l" rtl="0" eaLnBrk="1" latinLnBrk="1" hangingPunct="1">
              <a:spcBef>
                <a:spcPct val="20000"/>
              </a:spcBef>
              <a:buClr>
                <a:schemeClr val="accent3"/>
              </a:buClr>
              <a:buSzPct val="65000"/>
              <a:buFont typeface="Wingdings 2"/>
              <a:buChar char=""/>
              <a:defRPr kumimoji="0" sz="1800" kern="1200">
                <a:solidFill>
                  <a:schemeClr val="tx1"/>
                </a:solidFill>
                <a:latin typeface="+mn-lt"/>
                <a:ea typeface="+mn-ea"/>
                <a:cs typeface="+mn-cs"/>
              </a:defRPr>
            </a:lvl4pPr>
            <a:lvl5pPr marL="1463040" indent="-210312" algn="l" rtl="0" eaLnBrk="1" latinLnBrk="1" hangingPunct="1">
              <a:spcBef>
                <a:spcPct val="20000"/>
              </a:spcBef>
              <a:buClr>
                <a:schemeClr val="accent4"/>
              </a:buClr>
              <a:buSzPct val="65000"/>
              <a:buFont typeface="Wingdings 2"/>
              <a:buChar char=""/>
              <a:defRPr kumimoji="0" sz="1600" kern="1200">
                <a:solidFill>
                  <a:schemeClr val="tx1"/>
                </a:solidFill>
                <a:latin typeface="+mn-lt"/>
                <a:ea typeface="+mn-ea"/>
                <a:cs typeface="+mn-cs"/>
              </a:defRPr>
            </a:lvl5pPr>
            <a:lvl6pPr marL="1737360" indent="-210312" algn="l" rtl="0" eaLnBrk="1" latinLnBrk="1" hangingPunct="1">
              <a:spcBef>
                <a:spcPct val="20000"/>
              </a:spcBef>
              <a:buClr>
                <a:schemeClr val="accent5"/>
              </a:buClr>
              <a:buSzPct val="80000"/>
              <a:buFont typeface="Wingdings 2"/>
              <a:buChar char=""/>
              <a:defRPr kumimoji="0" sz="1800" kern="1200">
                <a:solidFill>
                  <a:schemeClr val="tx1"/>
                </a:solidFill>
                <a:latin typeface="+mn-lt"/>
                <a:ea typeface="+mn-ea"/>
                <a:cs typeface="+mn-cs"/>
              </a:defRPr>
            </a:lvl6pPr>
            <a:lvl7pPr marL="1920240" indent="-182880" algn="l" rtl="0" eaLnBrk="1" latinLnBrk="1" hangingPunct="1">
              <a:spcBef>
                <a:spcPct val="20000"/>
              </a:spcBef>
              <a:buClr>
                <a:schemeClr val="accent6"/>
              </a:buClr>
              <a:buSzPct val="80000"/>
              <a:buFont typeface="Wingdings 2"/>
              <a:buChar char=""/>
              <a:defRPr kumimoji="0" sz="1600" kern="1200" baseline="0">
                <a:solidFill>
                  <a:schemeClr val="tx1"/>
                </a:solidFill>
                <a:latin typeface="+mn-lt"/>
                <a:ea typeface="+mn-ea"/>
                <a:cs typeface="+mn-cs"/>
              </a:defRPr>
            </a:lvl7pPr>
            <a:lvl8pPr marL="2194560" indent="-182880" algn="l" rtl="0" eaLnBrk="1" latinLnBrk="1" hangingPunct="1">
              <a:spcBef>
                <a:spcPct val="20000"/>
              </a:spcBef>
              <a:buClr>
                <a:schemeClr val="tx2"/>
              </a:buClr>
              <a:buChar char="•"/>
              <a:defRPr kumimoji="0" sz="1600" kern="1200">
                <a:solidFill>
                  <a:schemeClr val="tx1"/>
                </a:solidFill>
                <a:latin typeface="+mn-lt"/>
                <a:ea typeface="+mn-ea"/>
                <a:cs typeface="+mn-cs"/>
              </a:defRPr>
            </a:lvl8pPr>
            <a:lvl9pPr marL="2468880" indent="-182880" algn="l" rtl="0" eaLnBrk="1" latinLnBrk="1" hangingPunct="1">
              <a:spcBef>
                <a:spcPct val="20000"/>
              </a:spcBef>
              <a:buClr>
                <a:schemeClr val="tx2"/>
              </a:buClr>
              <a:buFontTx/>
              <a:buChar char="•"/>
              <a:defRPr kumimoji="0" sz="1400" kern="1200" baseline="0">
                <a:solidFill>
                  <a:schemeClr val="tx1"/>
                </a:solidFill>
                <a:latin typeface="+mn-lt"/>
                <a:ea typeface="+mn-ea"/>
                <a:cs typeface="+mn-cs"/>
              </a:defRPr>
            </a:lvl9pPr>
          </a:lstStyle>
          <a:p>
            <a:pPr>
              <a:buClr>
                <a:srgbClr val="374971"/>
              </a:buClr>
              <a:buFont typeface="Wingdings" panose="05000000000000000000" pitchFamily="2" charset="2"/>
              <a:buChar char="§"/>
            </a:pPr>
            <a:endParaRPr lang="pl-PL" altLang="ko-KR" sz="1800" dirty="0">
              <a:solidFill>
                <a:srgbClr val="3B3838"/>
              </a:solidFill>
              <a:latin typeface="Arial" panose="020B0604020202020204" pitchFamily="34" charset="0"/>
              <a:cs typeface="Arial" panose="020B0604020202020204" pitchFamily="34" charset="0"/>
            </a:endParaRPr>
          </a:p>
        </p:txBody>
      </p:sp>
      <p:sp>
        <p:nvSpPr>
          <p:cNvPr id="6" name="Slide Number Placeholder 5"/>
          <p:cNvSpPr>
            <a:spLocks noGrp="1"/>
          </p:cNvSpPr>
          <p:nvPr>
            <p:ph type="sldNum" sz="quarter" idx="4"/>
          </p:nvPr>
        </p:nvSpPr>
        <p:spPr>
          <a:xfrm>
            <a:off x="7078166" y="6617244"/>
            <a:ext cx="2057400" cy="196132"/>
          </a:xfrm>
          <a:prstGeom prst="rect">
            <a:avLst/>
          </a:prstGeom>
        </p:spPr>
        <p:txBody>
          <a:bodyPr vert="horz" lIns="91440" tIns="45720" rIns="91440" bIns="45720" rtlCol="0" anchor="ctr"/>
          <a:lstStyle>
            <a:lvl1pPr algn="r">
              <a:defRPr sz="1200">
                <a:solidFill>
                  <a:schemeClr val="bg1"/>
                </a:solidFill>
              </a:defRPr>
            </a:lvl1pPr>
          </a:lstStyle>
          <a:p>
            <a:fld id="{12AAE51A-D9A9-4328-8D90-B9EADBAC13AD}" type="slidenum">
              <a:rPr lang="pl-PL" smtClean="0"/>
              <a:pPr/>
              <a:t>‹#›</a:t>
            </a:fld>
            <a:endParaRPr lang="pl-PL" dirty="0"/>
          </a:p>
        </p:txBody>
      </p:sp>
      <p:sp>
        <p:nvSpPr>
          <p:cNvPr id="17" name="Title Placeholder 3"/>
          <p:cNvSpPr txBox="1">
            <a:spLocks/>
          </p:cNvSpPr>
          <p:nvPr userDrawn="1"/>
        </p:nvSpPr>
        <p:spPr>
          <a:xfrm>
            <a:off x="2123728" y="365125"/>
            <a:ext cx="6563072" cy="615603"/>
          </a:xfrm>
          <a:prstGeom prst="rect">
            <a:avLst/>
          </a:prstGeom>
        </p:spPr>
        <p:txBody>
          <a:bodyPr vert="horz" lIns="91440" tIns="45720" rIns="91440" bIns="45720" rtlCol="0" anchor="ctr">
            <a:noAutofit/>
          </a:bodyPr>
          <a:lstStyle>
            <a:lvl1pPr algn="r" rtl="0" eaLnBrk="1" latinLnBrk="1" hangingPunct="1">
              <a:spcBef>
                <a:spcPct val="0"/>
              </a:spcBef>
              <a:buNone/>
              <a:defRPr kumimoji="0" sz="2800" b="0" kern="1200">
                <a:ln>
                  <a:noFill/>
                </a:ln>
                <a:solidFill>
                  <a:srgbClr val="374971"/>
                </a:solidFill>
                <a:effectLst/>
                <a:latin typeface="+mj-lt"/>
                <a:ea typeface="+mj-ea"/>
                <a:cs typeface="+mj-cs"/>
              </a:defRPr>
            </a:lvl1pPr>
          </a:lstStyle>
          <a:p>
            <a:endParaRPr lang="pl-PL" dirty="0"/>
          </a:p>
        </p:txBody>
      </p:sp>
      <p:sp>
        <p:nvSpPr>
          <p:cNvPr id="18" name="Picture Placeholder 3"/>
          <p:cNvSpPr txBox="1">
            <a:spLocks/>
          </p:cNvSpPr>
          <p:nvPr userDrawn="1"/>
        </p:nvSpPr>
        <p:spPr>
          <a:xfrm>
            <a:off x="457200" y="365125"/>
            <a:ext cx="1378496" cy="1378497"/>
          </a:xfrm>
          <a:prstGeom prst="rect">
            <a:avLst/>
          </a:prstGeom>
        </p:spPr>
        <p:txBody>
          <a:bodyPr/>
          <a:lstStyle>
            <a:lvl1pPr marL="0" indent="0" algn="l" rtl="0" eaLnBrk="1" latinLnBrk="1" hangingPunct="1">
              <a:spcBef>
                <a:spcPct val="20000"/>
              </a:spcBef>
              <a:buClr>
                <a:srgbClr val="374971"/>
              </a:buClr>
              <a:buSzPct val="95000"/>
              <a:buFont typeface="Wingdings" panose="05000000000000000000" pitchFamily="2" charset="2"/>
              <a:buNone/>
              <a:defRPr kumimoji="0" sz="1800" kern="1200">
                <a:solidFill>
                  <a:schemeClr val="tx1"/>
                </a:solidFill>
                <a:latin typeface="+mn-lt"/>
                <a:ea typeface="+mn-ea"/>
                <a:cs typeface="+mn-cs"/>
              </a:defRPr>
            </a:lvl1pPr>
            <a:lvl2pPr marL="640080" indent="-246888" algn="l" rtl="0" eaLnBrk="1" latinLnBrk="0" hangingPunct="1">
              <a:spcBef>
                <a:spcPct val="20000"/>
              </a:spcBef>
              <a:buClr>
                <a:schemeClr val="accent1"/>
              </a:buClr>
              <a:buSzPct val="85000"/>
              <a:buFont typeface="Wingdings 2"/>
              <a:buChar char=""/>
              <a:defRPr kumimoji="0" sz="1800" kern="1200">
                <a:solidFill>
                  <a:schemeClr val="tx1"/>
                </a:solidFill>
                <a:latin typeface="+mn-lt"/>
                <a:ea typeface="+mn-ea"/>
                <a:cs typeface="+mn-cs"/>
              </a:defRPr>
            </a:lvl2pPr>
            <a:lvl3pPr marL="914400" indent="-246888" algn="l" rtl="0" eaLnBrk="1" latinLnBrk="0" hangingPunct="1">
              <a:spcBef>
                <a:spcPct val="20000"/>
              </a:spcBef>
              <a:buClr>
                <a:schemeClr val="accent2"/>
              </a:buClr>
              <a:buSzPct val="70000"/>
              <a:buFont typeface="Wingdings 2"/>
              <a:buChar char=""/>
              <a:defRPr kumimoji="0" sz="1800" kern="1200">
                <a:solidFill>
                  <a:schemeClr val="tx1"/>
                </a:solidFill>
                <a:latin typeface="+mn-lt"/>
                <a:ea typeface="+mn-ea"/>
                <a:cs typeface="+mn-cs"/>
              </a:defRPr>
            </a:lvl3pPr>
            <a:lvl4pPr marL="1188720" indent="-210312" algn="l" rtl="0" eaLnBrk="1" latinLnBrk="0" hangingPunct="1">
              <a:spcBef>
                <a:spcPct val="20000"/>
              </a:spcBef>
              <a:buClr>
                <a:schemeClr val="accent3"/>
              </a:buClr>
              <a:buSzPct val="65000"/>
              <a:buFont typeface="Wingdings 2"/>
              <a:buChar char=""/>
              <a:defRPr kumimoji="0" sz="1800" kern="1200">
                <a:solidFill>
                  <a:schemeClr val="tx1"/>
                </a:solidFill>
                <a:latin typeface="+mn-lt"/>
                <a:ea typeface="+mn-ea"/>
                <a:cs typeface="+mn-cs"/>
              </a:defRPr>
            </a:lvl4pPr>
            <a:lvl5pPr marL="1463040" indent="-210312" algn="l" rtl="0" eaLnBrk="1" latinLnBrk="0" hangingPunct="1">
              <a:spcBef>
                <a:spcPct val="20000"/>
              </a:spcBef>
              <a:buClr>
                <a:schemeClr val="accent4"/>
              </a:buClr>
              <a:buSzPct val="65000"/>
              <a:buFont typeface="Wingdings 2"/>
              <a:buChar char=""/>
              <a:defRPr kumimoji="0" sz="1800" kern="1200">
                <a:solidFill>
                  <a:schemeClr val="tx1"/>
                </a:solidFill>
                <a:latin typeface="+mn-lt"/>
                <a:ea typeface="+mn-ea"/>
                <a:cs typeface="+mn-cs"/>
              </a:defRPr>
            </a:lvl5pPr>
            <a:lvl6pPr marL="1737360" indent="-210312" algn="l" rtl="0" eaLnBrk="1" latinLnBrk="1" hangingPunct="1">
              <a:spcBef>
                <a:spcPct val="20000"/>
              </a:spcBef>
              <a:buClr>
                <a:schemeClr val="accent5"/>
              </a:buClr>
              <a:buSzPct val="80000"/>
              <a:buFont typeface="Wingdings 2"/>
              <a:buChar char=""/>
              <a:defRPr kumimoji="0" sz="1800" kern="1200">
                <a:solidFill>
                  <a:schemeClr val="tx1"/>
                </a:solidFill>
                <a:latin typeface="+mn-lt"/>
                <a:ea typeface="+mn-ea"/>
                <a:cs typeface="+mn-cs"/>
              </a:defRPr>
            </a:lvl6pPr>
            <a:lvl7pPr marL="1920240" indent="-182880" algn="l" rtl="0" eaLnBrk="1" latinLnBrk="1" hangingPunct="1">
              <a:spcBef>
                <a:spcPct val="20000"/>
              </a:spcBef>
              <a:buClr>
                <a:schemeClr val="accent6"/>
              </a:buClr>
              <a:buSzPct val="80000"/>
              <a:buFont typeface="Wingdings 2"/>
              <a:buChar char=""/>
              <a:defRPr kumimoji="0" sz="1600" kern="1200" baseline="0">
                <a:solidFill>
                  <a:schemeClr val="tx1"/>
                </a:solidFill>
                <a:latin typeface="+mn-lt"/>
                <a:ea typeface="+mn-ea"/>
                <a:cs typeface="+mn-cs"/>
              </a:defRPr>
            </a:lvl7pPr>
            <a:lvl8pPr marL="2194560" indent="-182880" algn="l" rtl="0" eaLnBrk="1" latinLnBrk="1" hangingPunct="1">
              <a:spcBef>
                <a:spcPct val="20000"/>
              </a:spcBef>
              <a:buClr>
                <a:schemeClr val="tx2"/>
              </a:buClr>
              <a:buChar char="•"/>
              <a:defRPr kumimoji="0" sz="1600" kern="1200">
                <a:solidFill>
                  <a:schemeClr val="tx1"/>
                </a:solidFill>
                <a:latin typeface="+mn-lt"/>
                <a:ea typeface="+mn-ea"/>
                <a:cs typeface="+mn-cs"/>
              </a:defRPr>
            </a:lvl8pPr>
            <a:lvl9pPr marL="2468880" indent="-182880" algn="l" rtl="0" eaLnBrk="1" latinLnBrk="1" hangingPunct="1">
              <a:spcBef>
                <a:spcPct val="20000"/>
              </a:spcBef>
              <a:buClr>
                <a:schemeClr val="tx2"/>
              </a:buClr>
              <a:buFontTx/>
              <a:buChar char="•"/>
              <a:defRPr kumimoji="0" sz="1400" kern="1200" baseline="0">
                <a:solidFill>
                  <a:schemeClr val="tx1"/>
                </a:solidFill>
                <a:latin typeface="+mn-lt"/>
                <a:ea typeface="+mn-ea"/>
                <a:cs typeface="+mn-cs"/>
              </a:defRPr>
            </a:lvl9pPr>
          </a:lstStyle>
          <a:p>
            <a:endParaRPr lang="pl-PL" dirty="0"/>
          </a:p>
        </p:txBody>
      </p:sp>
      <p:sp>
        <p:nvSpPr>
          <p:cNvPr id="19" name="Title Placeholder 3"/>
          <p:cNvSpPr txBox="1">
            <a:spLocks/>
          </p:cNvSpPr>
          <p:nvPr userDrawn="1"/>
        </p:nvSpPr>
        <p:spPr>
          <a:xfrm>
            <a:off x="457200" y="365125"/>
            <a:ext cx="8229600" cy="615603"/>
          </a:xfrm>
          <a:prstGeom prst="rect">
            <a:avLst/>
          </a:prstGeom>
        </p:spPr>
        <p:txBody>
          <a:bodyPr vert="horz" lIns="91440" tIns="45720" rIns="91440" bIns="45720" rtlCol="0" anchor="ctr">
            <a:noAutofit/>
          </a:bodyPr>
          <a:lstStyle>
            <a:lvl1pPr algn="r" rtl="0" eaLnBrk="1" latinLnBrk="1" hangingPunct="1">
              <a:spcBef>
                <a:spcPct val="0"/>
              </a:spcBef>
              <a:buNone/>
              <a:defRPr kumimoji="0" sz="2800" b="0" kern="1200">
                <a:ln>
                  <a:noFill/>
                </a:ln>
                <a:solidFill>
                  <a:srgbClr val="374971"/>
                </a:solidFill>
                <a:effectLst/>
                <a:latin typeface="+mj-lt"/>
                <a:ea typeface="+mj-ea"/>
                <a:cs typeface="+mj-cs"/>
              </a:defRPr>
            </a:lvl1pPr>
          </a:lstStyle>
          <a:p>
            <a:endParaRPr lang="pl-PL" dirty="0"/>
          </a:p>
        </p:txBody>
      </p:sp>
      <p:pic>
        <p:nvPicPr>
          <p:cNvPr id="2" name="Picture 1"/>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457200" y="188640"/>
            <a:ext cx="720000" cy="720000"/>
          </a:xfrm>
          <a:prstGeom prst="rect">
            <a:avLst/>
          </a:prstGeom>
        </p:spPr>
      </p:pic>
      <p:cxnSp>
        <p:nvCxnSpPr>
          <p:cNvPr id="11" name="Straight Connector 28">
            <a:extLst>
              <a:ext uri="{FF2B5EF4-FFF2-40B4-BE49-F238E27FC236}">
                <a16:creationId xmlns:a16="http://schemas.microsoft.com/office/drawing/2014/main" id="{71B4FE1D-821F-4340-96D1-4274DD785B3D}"/>
              </a:ext>
            </a:extLst>
          </p:cNvPr>
          <p:cNvCxnSpPr>
            <a:cxnSpLocks/>
          </p:cNvCxnSpPr>
          <p:nvPr userDrawn="1"/>
        </p:nvCxnSpPr>
        <p:spPr>
          <a:xfrm>
            <a:off x="457200" y="980728"/>
            <a:ext cx="8229600" cy="0"/>
          </a:xfrm>
          <a:prstGeom prst="line">
            <a:avLst/>
          </a:prstGeom>
          <a:ln w="127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16495305"/>
      </p:ext>
    </p:extLst>
  </p:cSld>
  <p:clrMap bg1="lt1" tx1="dk1" bg2="lt2" tx2="dk2" accent1="accent1" accent2="accent2" accent3="accent3" accent4="accent4" accent5="accent5" accent6="accent6" hlink="hlink" folHlink="folHlink"/>
  <p:sldLayoutIdLst>
    <p:sldLayoutId id="2147483784" r:id="rId1"/>
    <p:sldLayoutId id="2147483790" r:id="rId2"/>
  </p:sldLayoutIdLst>
  <p:hf hdr="0" dt="0"/>
  <p:txStyles>
    <p:titleStyle>
      <a:lvl1pPr algn="r" rtl="0" eaLnBrk="1" latinLnBrk="1" hangingPunct="1">
        <a:spcBef>
          <a:spcPct val="0"/>
        </a:spcBef>
        <a:buNone/>
        <a:defRPr kumimoji="0" sz="2800" b="0" kern="1200">
          <a:ln>
            <a:noFill/>
          </a:ln>
          <a:solidFill>
            <a:srgbClr val="374971"/>
          </a:solidFill>
          <a:effectLst/>
          <a:latin typeface="+mj-lt"/>
          <a:ea typeface="+mj-ea"/>
          <a:cs typeface="+mj-cs"/>
        </a:defRPr>
      </a:lvl1pPr>
    </p:titleStyle>
    <p:bodyStyle>
      <a:lvl1pPr marL="285750" indent="-285750" algn="l" rtl="0" eaLnBrk="1" latinLnBrk="1" hangingPunct="1">
        <a:spcBef>
          <a:spcPct val="20000"/>
        </a:spcBef>
        <a:spcAft>
          <a:spcPts val="600"/>
        </a:spcAft>
        <a:buClr>
          <a:srgbClr val="374971"/>
        </a:buClr>
        <a:buSzPct val="95000"/>
        <a:buFont typeface="Wingdings" panose="05000000000000000000" pitchFamily="2" charset="2"/>
        <a:buChar char="§"/>
        <a:defRPr kumimoji="0" sz="1800" kern="1200">
          <a:solidFill>
            <a:schemeClr val="tx1"/>
          </a:solidFill>
          <a:latin typeface="+mn-lt"/>
          <a:ea typeface="+mn-ea"/>
          <a:cs typeface="+mn-cs"/>
        </a:defRPr>
      </a:lvl1pPr>
      <a:lvl2pPr marL="640080" indent="-246888" algn="l" rtl="0" eaLnBrk="1" latinLnBrk="0" hangingPunct="1">
        <a:spcBef>
          <a:spcPct val="20000"/>
        </a:spcBef>
        <a:spcAft>
          <a:spcPts val="600"/>
        </a:spcAft>
        <a:buClr>
          <a:schemeClr val="accent1"/>
        </a:buClr>
        <a:buSzPct val="85000"/>
        <a:buFont typeface="Wingdings 2"/>
        <a:buChar char=""/>
        <a:defRPr kumimoji="0" sz="1800" kern="1200">
          <a:solidFill>
            <a:schemeClr val="tx1"/>
          </a:solidFill>
          <a:latin typeface="+mn-lt"/>
          <a:ea typeface="+mn-ea"/>
          <a:cs typeface="+mn-cs"/>
        </a:defRPr>
      </a:lvl2pPr>
      <a:lvl3pPr marL="914400" indent="-246888" algn="l" rtl="0" eaLnBrk="1" latinLnBrk="0" hangingPunct="1">
        <a:spcBef>
          <a:spcPct val="20000"/>
        </a:spcBef>
        <a:spcAft>
          <a:spcPts val="600"/>
        </a:spcAft>
        <a:buClr>
          <a:schemeClr val="accent2"/>
        </a:buClr>
        <a:buSzPct val="70000"/>
        <a:buFont typeface="Wingdings 2"/>
        <a:buChar char=""/>
        <a:defRPr kumimoji="0" sz="1800" kern="1200">
          <a:solidFill>
            <a:schemeClr val="tx1"/>
          </a:solidFill>
          <a:latin typeface="+mn-lt"/>
          <a:ea typeface="+mn-ea"/>
          <a:cs typeface="+mn-cs"/>
        </a:defRPr>
      </a:lvl3pPr>
      <a:lvl4pPr marL="1188720" indent="-210312" algn="l" rtl="0" eaLnBrk="1" latinLnBrk="0" hangingPunct="1">
        <a:spcBef>
          <a:spcPct val="20000"/>
        </a:spcBef>
        <a:spcAft>
          <a:spcPts val="600"/>
        </a:spcAft>
        <a:buClr>
          <a:schemeClr val="accent3"/>
        </a:buClr>
        <a:buSzPct val="65000"/>
        <a:buFont typeface="Wingdings 2"/>
        <a:buChar char=""/>
        <a:defRPr kumimoji="0" sz="1800" kern="1200">
          <a:solidFill>
            <a:schemeClr val="tx1"/>
          </a:solidFill>
          <a:latin typeface="+mn-lt"/>
          <a:ea typeface="+mn-ea"/>
          <a:cs typeface="+mn-cs"/>
        </a:defRPr>
      </a:lvl4pPr>
      <a:lvl5pPr marL="1463040" indent="-210312" algn="l" rtl="0" eaLnBrk="1" latinLnBrk="0" hangingPunct="1">
        <a:spcBef>
          <a:spcPct val="20000"/>
        </a:spcBef>
        <a:spcAft>
          <a:spcPts val="600"/>
        </a:spcAft>
        <a:buClr>
          <a:schemeClr val="accent4"/>
        </a:buClr>
        <a:buSzPct val="65000"/>
        <a:buFont typeface="Wingdings 2"/>
        <a:buChar char=""/>
        <a:defRPr kumimoji="0" sz="1800" kern="1200">
          <a:solidFill>
            <a:schemeClr val="tx1"/>
          </a:solidFill>
          <a:latin typeface="+mn-lt"/>
          <a:ea typeface="+mn-ea"/>
          <a:cs typeface="+mn-cs"/>
        </a:defRPr>
      </a:lvl5pPr>
      <a:lvl6pPr marL="1737360" indent="-210312" algn="l" rtl="0" eaLnBrk="1" latinLnBrk="1" hangingPunct="1">
        <a:spcBef>
          <a:spcPct val="20000"/>
        </a:spcBef>
        <a:buClr>
          <a:schemeClr val="accent5"/>
        </a:buClr>
        <a:buSzPct val="80000"/>
        <a:buFont typeface="Wingdings 2"/>
        <a:buChar char=""/>
        <a:defRPr kumimoji="0" sz="1800" kern="1200">
          <a:solidFill>
            <a:schemeClr val="tx1"/>
          </a:solidFill>
          <a:latin typeface="+mn-lt"/>
          <a:ea typeface="+mn-ea"/>
          <a:cs typeface="+mn-cs"/>
        </a:defRPr>
      </a:lvl6pPr>
      <a:lvl7pPr marL="1920240" indent="-182880" algn="l" rtl="0" eaLnBrk="1" latinLnBrk="1" hangingPunct="1">
        <a:spcBef>
          <a:spcPct val="20000"/>
        </a:spcBef>
        <a:buClr>
          <a:schemeClr val="accent6"/>
        </a:buClr>
        <a:buSzPct val="80000"/>
        <a:buFont typeface="Wingdings 2"/>
        <a:buChar char=""/>
        <a:defRPr kumimoji="0" sz="1600" kern="1200" baseline="0">
          <a:solidFill>
            <a:schemeClr val="tx1"/>
          </a:solidFill>
          <a:latin typeface="+mn-lt"/>
          <a:ea typeface="+mn-ea"/>
          <a:cs typeface="+mn-cs"/>
        </a:defRPr>
      </a:lvl7pPr>
      <a:lvl8pPr marL="2194560" indent="-182880" algn="l" rtl="0" eaLnBrk="1" latinLnBrk="1" hangingPunct="1">
        <a:spcBef>
          <a:spcPct val="20000"/>
        </a:spcBef>
        <a:buClr>
          <a:schemeClr val="tx2"/>
        </a:buClr>
        <a:buChar char="•"/>
        <a:defRPr kumimoji="0" sz="1600" kern="1200">
          <a:solidFill>
            <a:schemeClr val="tx1"/>
          </a:solidFill>
          <a:latin typeface="+mn-lt"/>
          <a:ea typeface="+mn-ea"/>
          <a:cs typeface="+mn-cs"/>
        </a:defRPr>
      </a:lvl8pPr>
      <a:lvl9pPr marL="2468880" indent="-182880" algn="l" rtl="0" eaLnBrk="1" latinLnBrk="1" hangingPunct="1">
        <a:spcBef>
          <a:spcPct val="20000"/>
        </a:spcBef>
        <a:buClr>
          <a:schemeClr val="tx2"/>
        </a:buClr>
        <a:buFontTx/>
        <a:buChar char="•"/>
        <a:defRPr kumimoji="0" sz="1400" kern="1200" baseline="0">
          <a:solidFill>
            <a:schemeClr val="tx1"/>
          </a:solidFill>
          <a:latin typeface="+mn-lt"/>
          <a:ea typeface="+mn-ea"/>
          <a:cs typeface="+mn-cs"/>
        </a:defRPr>
      </a:lvl9pPr>
    </p:bodyStyle>
    <p:otherStyle>
      <a:lvl1pPr marL="0" algn="l" rtl="0" eaLnBrk="1" latinLnBrk="1" hangingPunct="1">
        <a:defRPr kumimoji="0" kern="1200">
          <a:solidFill>
            <a:schemeClr val="tx1"/>
          </a:solidFill>
          <a:latin typeface="+mn-lt"/>
          <a:ea typeface="+mn-ea"/>
          <a:cs typeface="+mn-cs"/>
        </a:defRPr>
      </a:lvl1pPr>
      <a:lvl2pPr marL="457200" algn="l" rtl="0" eaLnBrk="1" latinLnBrk="1" hangingPunct="1">
        <a:defRPr kumimoji="0" kern="1200">
          <a:solidFill>
            <a:schemeClr val="tx1"/>
          </a:solidFill>
          <a:latin typeface="+mn-lt"/>
          <a:ea typeface="+mn-ea"/>
          <a:cs typeface="+mn-cs"/>
        </a:defRPr>
      </a:lvl2pPr>
      <a:lvl3pPr marL="914400" algn="l" rtl="0" eaLnBrk="1" latinLnBrk="1" hangingPunct="1">
        <a:defRPr kumimoji="0" kern="1200">
          <a:solidFill>
            <a:schemeClr val="tx1"/>
          </a:solidFill>
          <a:latin typeface="+mn-lt"/>
          <a:ea typeface="+mn-ea"/>
          <a:cs typeface="+mn-cs"/>
        </a:defRPr>
      </a:lvl3pPr>
      <a:lvl4pPr marL="1371600" algn="l" rtl="0" eaLnBrk="1" latinLnBrk="1" hangingPunct="1">
        <a:defRPr kumimoji="0" kern="1200">
          <a:solidFill>
            <a:schemeClr val="tx1"/>
          </a:solidFill>
          <a:latin typeface="+mn-lt"/>
          <a:ea typeface="+mn-ea"/>
          <a:cs typeface="+mn-cs"/>
        </a:defRPr>
      </a:lvl4pPr>
      <a:lvl5pPr marL="1828800" algn="l" rtl="0" eaLnBrk="1" latinLnBrk="1" hangingPunct="1">
        <a:defRPr kumimoji="0" kern="1200">
          <a:solidFill>
            <a:schemeClr val="tx1"/>
          </a:solidFill>
          <a:latin typeface="+mn-lt"/>
          <a:ea typeface="+mn-ea"/>
          <a:cs typeface="+mn-cs"/>
        </a:defRPr>
      </a:lvl5pPr>
      <a:lvl6pPr marL="2286000" algn="l" rtl="0" eaLnBrk="1" latinLnBrk="1" hangingPunct="1">
        <a:defRPr kumimoji="0" kern="1200">
          <a:solidFill>
            <a:schemeClr val="tx1"/>
          </a:solidFill>
          <a:latin typeface="+mn-lt"/>
          <a:ea typeface="+mn-ea"/>
          <a:cs typeface="+mn-cs"/>
        </a:defRPr>
      </a:lvl6pPr>
      <a:lvl7pPr marL="2743200" algn="l" rtl="0" eaLnBrk="1" latinLnBrk="1" hangingPunct="1">
        <a:defRPr kumimoji="0" kern="1200">
          <a:solidFill>
            <a:schemeClr val="tx1"/>
          </a:solidFill>
          <a:latin typeface="+mn-lt"/>
          <a:ea typeface="+mn-ea"/>
          <a:cs typeface="+mn-cs"/>
        </a:defRPr>
      </a:lvl7pPr>
      <a:lvl8pPr marL="3200400" algn="l" rtl="0" eaLnBrk="1" latinLnBrk="1" hangingPunct="1">
        <a:defRPr kumimoji="0" kern="1200">
          <a:solidFill>
            <a:schemeClr val="tx1"/>
          </a:solidFill>
          <a:latin typeface="+mn-lt"/>
          <a:ea typeface="+mn-ea"/>
          <a:cs typeface="+mn-cs"/>
        </a:defRPr>
      </a:lvl8pPr>
      <a:lvl9pPr marL="3657600" algn="l" rtl="0" eaLnBrk="1" latinLnBrk="1" hangingPunct="1">
        <a:defRPr kumimoji="0"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8" name="Rectangle 27"/>
          <p:cNvSpPr/>
          <p:nvPr userDrawn="1"/>
        </p:nvSpPr>
        <p:spPr>
          <a:xfrm>
            <a:off x="0" y="6525344"/>
            <a:ext cx="9144000" cy="332656"/>
          </a:xfrm>
          <a:prstGeom prst="rect">
            <a:avLst/>
          </a:prstGeom>
          <a:solidFill>
            <a:srgbClr val="37497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l-PL"/>
          </a:p>
        </p:txBody>
      </p:sp>
      <p:sp>
        <p:nvSpPr>
          <p:cNvPr id="32" name="내용 개체 틀 2"/>
          <p:cNvSpPr txBox="1">
            <a:spLocks/>
          </p:cNvSpPr>
          <p:nvPr userDrawn="1"/>
        </p:nvSpPr>
        <p:spPr>
          <a:xfrm>
            <a:off x="457200" y="1848192"/>
            <a:ext cx="8229600" cy="4389120"/>
          </a:xfrm>
          <a:prstGeom prst="rect">
            <a:avLst/>
          </a:prstGeom>
        </p:spPr>
        <p:txBody>
          <a:bodyPr>
            <a:normAutofit/>
          </a:bodyPr>
          <a:lstStyle>
            <a:lvl1pPr marL="274320" indent="-274320" algn="l" rtl="0" eaLnBrk="1" latinLnBrk="1" hangingPunct="1">
              <a:spcBef>
                <a:spcPct val="20000"/>
              </a:spcBef>
              <a:buClr>
                <a:schemeClr val="accent3"/>
              </a:buClr>
              <a:buSzPct val="95000"/>
              <a:buFont typeface="Wingdings 2"/>
              <a:buChar char=""/>
              <a:defRPr kumimoji="0" sz="2600" kern="1200">
                <a:solidFill>
                  <a:schemeClr val="tx1"/>
                </a:solidFill>
                <a:latin typeface="+mn-lt"/>
                <a:ea typeface="+mn-ea"/>
                <a:cs typeface="+mn-cs"/>
              </a:defRPr>
            </a:lvl1pPr>
            <a:lvl2pPr marL="640080" indent="-246888" algn="l" rtl="0" eaLnBrk="1" latinLnBrk="1" hangingPunct="1">
              <a:spcBef>
                <a:spcPct val="20000"/>
              </a:spcBef>
              <a:buClr>
                <a:schemeClr val="accent1"/>
              </a:buClr>
              <a:buSzPct val="85000"/>
              <a:buFont typeface="Wingdings 2"/>
              <a:buChar char=""/>
              <a:defRPr kumimoji="0" sz="2400" kern="1200">
                <a:solidFill>
                  <a:schemeClr val="tx1"/>
                </a:solidFill>
                <a:latin typeface="+mn-lt"/>
                <a:ea typeface="+mn-ea"/>
                <a:cs typeface="+mn-cs"/>
              </a:defRPr>
            </a:lvl2pPr>
            <a:lvl3pPr marL="914400" indent="-246888" algn="l" rtl="0" eaLnBrk="1" latinLnBrk="1" hangingPunct="1">
              <a:spcBef>
                <a:spcPct val="20000"/>
              </a:spcBef>
              <a:buClr>
                <a:schemeClr val="accent2"/>
              </a:buClr>
              <a:buSzPct val="70000"/>
              <a:buFont typeface="Wingdings 2"/>
              <a:buChar char=""/>
              <a:defRPr kumimoji="0" sz="2100" kern="1200">
                <a:solidFill>
                  <a:schemeClr val="tx1"/>
                </a:solidFill>
                <a:latin typeface="+mn-lt"/>
                <a:ea typeface="+mn-ea"/>
                <a:cs typeface="+mn-cs"/>
              </a:defRPr>
            </a:lvl3pPr>
            <a:lvl4pPr marL="1188720" indent="-210312" algn="l" rtl="0" eaLnBrk="1" latinLnBrk="1" hangingPunct="1">
              <a:spcBef>
                <a:spcPct val="20000"/>
              </a:spcBef>
              <a:buClr>
                <a:schemeClr val="accent3"/>
              </a:buClr>
              <a:buSzPct val="65000"/>
              <a:buFont typeface="Wingdings 2"/>
              <a:buChar char=""/>
              <a:defRPr kumimoji="0" sz="1800" kern="1200">
                <a:solidFill>
                  <a:schemeClr val="tx1"/>
                </a:solidFill>
                <a:latin typeface="+mn-lt"/>
                <a:ea typeface="+mn-ea"/>
                <a:cs typeface="+mn-cs"/>
              </a:defRPr>
            </a:lvl4pPr>
            <a:lvl5pPr marL="1463040" indent="-210312" algn="l" rtl="0" eaLnBrk="1" latinLnBrk="1" hangingPunct="1">
              <a:spcBef>
                <a:spcPct val="20000"/>
              </a:spcBef>
              <a:buClr>
                <a:schemeClr val="accent4"/>
              </a:buClr>
              <a:buSzPct val="65000"/>
              <a:buFont typeface="Wingdings 2"/>
              <a:buChar char=""/>
              <a:defRPr kumimoji="0" sz="1600" kern="1200">
                <a:solidFill>
                  <a:schemeClr val="tx1"/>
                </a:solidFill>
                <a:latin typeface="+mn-lt"/>
                <a:ea typeface="+mn-ea"/>
                <a:cs typeface="+mn-cs"/>
              </a:defRPr>
            </a:lvl5pPr>
            <a:lvl6pPr marL="1737360" indent="-210312" algn="l" rtl="0" eaLnBrk="1" latinLnBrk="1" hangingPunct="1">
              <a:spcBef>
                <a:spcPct val="20000"/>
              </a:spcBef>
              <a:buClr>
                <a:schemeClr val="accent5"/>
              </a:buClr>
              <a:buSzPct val="80000"/>
              <a:buFont typeface="Wingdings 2"/>
              <a:buChar char=""/>
              <a:defRPr kumimoji="0" sz="1800" kern="1200">
                <a:solidFill>
                  <a:schemeClr val="tx1"/>
                </a:solidFill>
                <a:latin typeface="+mn-lt"/>
                <a:ea typeface="+mn-ea"/>
                <a:cs typeface="+mn-cs"/>
              </a:defRPr>
            </a:lvl6pPr>
            <a:lvl7pPr marL="1920240" indent="-182880" algn="l" rtl="0" eaLnBrk="1" latinLnBrk="1" hangingPunct="1">
              <a:spcBef>
                <a:spcPct val="20000"/>
              </a:spcBef>
              <a:buClr>
                <a:schemeClr val="accent6"/>
              </a:buClr>
              <a:buSzPct val="80000"/>
              <a:buFont typeface="Wingdings 2"/>
              <a:buChar char=""/>
              <a:defRPr kumimoji="0" sz="1600" kern="1200" baseline="0">
                <a:solidFill>
                  <a:schemeClr val="tx1"/>
                </a:solidFill>
                <a:latin typeface="+mn-lt"/>
                <a:ea typeface="+mn-ea"/>
                <a:cs typeface="+mn-cs"/>
              </a:defRPr>
            </a:lvl7pPr>
            <a:lvl8pPr marL="2194560" indent="-182880" algn="l" rtl="0" eaLnBrk="1" latinLnBrk="1" hangingPunct="1">
              <a:spcBef>
                <a:spcPct val="20000"/>
              </a:spcBef>
              <a:buClr>
                <a:schemeClr val="tx2"/>
              </a:buClr>
              <a:buChar char="•"/>
              <a:defRPr kumimoji="0" sz="1600" kern="1200">
                <a:solidFill>
                  <a:schemeClr val="tx1"/>
                </a:solidFill>
                <a:latin typeface="+mn-lt"/>
                <a:ea typeface="+mn-ea"/>
                <a:cs typeface="+mn-cs"/>
              </a:defRPr>
            </a:lvl8pPr>
            <a:lvl9pPr marL="2468880" indent="-182880" algn="l" rtl="0" eaLnBrk="1" latinLnBrk="1" hangingPunct="1">
              <a:spcBef>
                <a:spcPct val="20000"/>
              </a:spcBef>
              <a:buClr>
                <a:schemeClr val="tx2"/>
              </a:buClr>
              <a:buFontTx/>
              <a:buChar char="•"/>
              <a:defRPr kumimoji="0" sz="1400" kern="1200" baseline="0">
                <a:solidFill>
                  <a:schemeClr val="tx1"/>
                </a:solidFill>
                <a:latin typeface="+mn-lt"/>
                <a:ea typeface="+mn-ea"/>
                <a:cs typeface="+mn-cs"/>
              </a:defRPr>
            </a:lvl9pPr>
          </a:lstStyle>
          <a:p>
            <a:pPr>
              <a:buClr>
                <a:srgbClr val="374971"/>
              </a:buClr>
              <a:buFont typeface="Wingdings" panose="05000000000000000000" pitchFamily="2" charset="2"/>
              <a:buChar char="§"/>
            </a:pPr>
            <a:endParaRPr lang="pl-PL" altLang="ko-KR" sz="1800" dirty="0">
              <a:solidFill>
                <a:srgbClr val="3B3838"/>
              </a:solidFill>
              <a:latin typeface="Arial" panose="020B0604020202020204" pitchFamily="34" charset="0"/>
              <a:cs typeface="Arial" panose="020B0604020202020204" pitchFamily="34" charset="0"/>
            </a:endParaRPr>
          </a:p>
        </p:txBody>
      </p:sp>
      <p:sp>
        <p:nvSpPr>
          <p:cNvPr id="6" name="Slide Number Placeholder 5"/>
          <p:cNvSpPr>
            <a:spLocks noGrp="1"/>
          </p:cNvSpPr>
          <p:nvPr>
            <p:ph type="sldNum" sz="quarter" idx="4"/>
          </p:nvPr>
        </p:nvSpPr>
        <p:spPr>
          <a:xfrm>
            <a:off x="7078166" y="6617244"/>
            <a:ext cx="2057400" cy="196132"/>
          </a:xfrm>
          <a:prstGeom prst="rect">
            <a:avLst/>
          </a:prstGeom>
        </p:spPr>
        <p:txBody>
          <a:bodyPr vert="horz" lIns="91440" tIns="45720" rIns="91440" bIns="45720" rtlCol="0" anchor="ctr"/>
          <a:lstStyle>
            <a:lvl1pPr algn="r">
              <a:defRPr sz="1200">
                <a:solidFill>
                  <a:schemeClr val="bg1"/>
                </a:solidFill>
              </a:defRPr>
            </a:lvl1pPr>
          </a:lstStyle>
          <a:p>
            <a:fld id="{12AAE51A-D9A9-4328-8D90-B9EADBAC13AD}" type="slidenum">
              <a:rPr lang="pl-PL" smtClean="0"/>
              <a:pPr/>
              <a:t>‹#›</a:t>
            </a:fld>
            <a:endParaRPr lang="pl-PL" dirty="0"/>
          </a:p>
        </p:txBody>
      </p:sp>
      <p:sp>
        <p:nvSpPr>
          <p:cNvPr id="17" name="Title Placeholder 3"/>
          <p:cNvSpPr txBox="1">
            <a:spLocks/>
          </p:cNvSpPr>
          <p:nvPr userDrawn="1"/>
        </p:nvSpPr>
        <p:spPr>
          <a:xfrm>
            <a:off x="2123728" y="365125"/>
            <a:ext cx="6563072" cy="615603"/>
          </a:xfrm>
          <a:prstGeom prst="rect">
            <a:avLst/>
          </a:prstGeom>
        </p:spPr>
        <p:txBody>
          <a:bodyPr vert="horz" lIns="91440" tIns="45720" rIns="91440" bIns="45720" rtlCol="0" anchor="ctr">
            <a:noAutofit/>
          </a:bodyPr>
          <a:lstStyle>
            <a:lvl1pPr algn="r" rtl="0" eaLnBrk="1" latinLnBrk="1" hangingPunct="1">
              <a:spcBef>
                <a:spcPct val="0"/>
              </a:spcBef>
              <a:buNone/>
              <a:defRPr kumimoji="0" sz="2800" b="0" kern="1200">
                <a:ln>
                  <a:noFill/>
                </a:ln>
                <a:solidFill>
                  <a:srgbClr val="374971"/>
                </a:solidFill>
                <a:effectLst/>
                <a:latin typeface="+mj-lt"/>
                <a:ea typeface="+mj-ea"/>
                <a:cs typeface="+mj-cs"/>
              </a:defRPr>
            </a:lvl1pPr>
          </a:lstStyle>
          <a:p>
            <a:endParaRPr lang="pl-PL" dirty="0"/>
          </a:p>
        </p:txBody>
      </p:sp>
      <p:sp>
        <p:nvSpPr>
          <p:cNvPr id="18" name="Picture Placeholder 3"/>
          <p:cNvSpPr txBox="1">
            <a:spLocks/>
          </p:cNvSpPr>
          <p:nvPr userDrawn="1"/>
        </p:nvSpPr>
        <p:spPr>
          <a:xfrm>
            <a:off x="457200" y="365125"/>
            <a:ext cx="1378496" cy="1378497"/>
          </a:xfrm>
          <a:prstGeom prst="rect">
            <a:avLst/>
          </a:prstGeom>
        </p:spPr>
        <p:txBody>
          <a:bodyPr/>
          <a:lstStyle>
            <a:lvl1pPr marL="0" indent="0" algn="l" rtl="0" eaLnBrk="1" latinLnBrk="1" hangingPunct="1">
              <a:spcBef>
                <a:spcPct val="20000"/>
              </a:spcBef>
              <a:buClr>
                <a:srgbClr val="374971"/>
              </a:buClr>
              <a:buSzPct val="95000"/>
              <a:buFont typeface="Wingdings" panose="05000000000000000000" pitchFamily="2" charset="2"/>
              <a:buNone/>
              <a:defRPr kumimoji="0" sz="1800" kern="1200">
                <a:solidFill>
                  <a:schemeClr val="tx1"/>
                </a:solidFill>
                <a:latin typeface="+mn-lt"/>
                <a:ea typeface="+mn-ea"/>
                <a:cs typeface="+mn-cs"/>
              </a:defRPr>
            </a:lvl1pPr>
            <a:lvl2pPr marL="640080" indent="-246888" algn="l" rtl="0" eaLnBrk="1" latinLnBrk="0" hangingPunct="1">
              <a:spcBef>
                <a:spcPct val="20000"/>
              </a:spcBef>
              <a:buClr>
                <a:schemeClr val="accent1"/>
              </a:buClr>
              <a:buSzPct val="85000"/>
              <a:buFont typeface="Wingdings 2"/>
              <a:buChar char=""/>
              <a:defRPr kumimoji="0" sz="1800" kern="1200">
                <a:solidFill>
                  <a:schemeClr val="tx1"/>
                </a:solidFill>
                <a:latin typeface="+mn-lt"/>
                <a:ea typeface="+mn-ea"/>
                <a:cs typeface="+mn-cs"/>
              </a:defRPr>
            </a:lvl2pPr>
            <a:lvl3pPr marL="914400" indent="-246888" algn="l" rtl="0" eaLnBrk="1" latinLnBrk="0" hangingPunct="1">
              <a:spcBef>
                <a:spcPct val="20000"/>
              </a:spcBef>
              <a:buClr>
                <a:schemeClr val="accent2"/>
              </a:buClr>
              <a:buSzPct val="70000"/>
              <a:buFont typeface="Wingdings 2"/>
              <a:buChar char=""/>
              <a:defRPr kumimoji="0" sz="1800" kern="1200">
                <a:solidFill>
                  <a:schemeClr val="tx1"/>
                </a:solidFill>
                <a:latin typeface="+mn-lt"/>
                <a:ea typeface="+mn-ea"/>
                <a:cs typeface="+mn-cs"/>
              </a:defRPr>
            </a:lvl3pPr>
            <a:lvl4pPr marL="1188720" indent="-210312" algn="l" rtl="0" eaLnBrk="1" latinLnBrk="0" hangingPunct="1">
              <a:spcBef>
                <a:spcPct val="20000"/>
              </a:spcBef>
              <a:buClr>
                <a:schemeClr val="accent3"/>
              </a:buClr>
              <a:buSzPct val="65000"/>
              <a:buFont typeface="Wingdings 2"/>
              <a:buChar char=""/>
              <a:defRPr kumimoji="0" sz="1800" kern="1200">
                <a:solidFill>
                  <a:schemeClr val="tx1"/>
                </a:solidFill>
                <a:latin typeface="+mn-lt"/>
                <a:ea typeface="+mn-ea"/>
                <a:cs typeface="+mn-cs"/>
              </a:defRPr>
            </a:lvl4pPr>
            <a:lvl5pPr marL="1463040" indent="-210312" algn="l" rtl="0" eaLnBrk="1" latinLnBrk="0" hangingPunct="1">
              <a:spcBef>
                <a:spcPct val="20000"/>
              </a:spcBef>
              <a:buClr>
                <a:schemeClr val="accent4"/>
              </a:buClr>
              <a:buSzPct val="65000"/>
              <a:buFont typeface="Wingdings 2"/>
              <a:buChar char=""/>
              <a:defRPr kumimoji="0" sz="1800" kern="1200">
                <a:solidFill>
                  <a:schemeClr val="tx1"/>
                </a:solidFill>
                <a:latin typeface="+mn-lt"/>
                <a:ea typeface="+mn-ea"/>
                <a:cs typeface="+mn-cs"/>
              </a:defRPr>
            </a:lvl5pPr>
            <a:lvl6pPr marL="1737360" indent="-210312" algn="l" rtl="0" eaLnBrk="1" latinLnBrk="1" hangingPunct="1">
              <a:spcBef>
                <a:spcPct val="20000"/>
              </a:spcBef>
              <a:buClr>
                <a:schemeClr val="accent5"/>
              </a:buClr>
              <a:buSzPct val="80000"/>
              <a:buFont typeface="Wingdings 2"/>
              <a:buChar char=""/>
              <a:defRPr kumimoji="0" sz="1800" kern="1200">
                <a:solidFill>
                  <a:schemeClr val="tx1"/>
                </a:solidFill>
                <a:latin typeface="+mn-lt"/>
                <a:ea typeface="+mn-ea"/>
                <a:cs typeface="+mn-cs"/>
              </a:defRPr>
            </a:lvl6pPr>
            <a:lvl7pPr marL="1920240" indent="-182880" algn="l" rtl="0" eaLnBrk="1" latinLnBrk="1" hangingPunct="1">
              <a:spcBef>
                <a:spcPct val="20000"/>
              </a:spcBef>
              <a:buClr>
                <a:schemeClr val="accent6"/>
              </a:buClr>
              <a:buSzPct val="80000"/>
              <a:buFont typeface="Wingdings 2"/>
              <a:buChar char=""/>
              <a:defRPr kumimoji="0" sz="1600" kern="1200" baseline="0">
                <a:solidFill>
                  <a:schemeClr val="tx1"/>
                </a:solidFill>
                <a:latin typeface="+mn-lt"/>
                <a:ea typeface="+mn-ea"/>
                <a:cs typeface="+mn-cs"/>
              </a:defRPr>
            </a:lvl7pPr>
            <a:lvl8pPr marL="2194560" indent="-182880" algn="l" rtl="0" eaLnBrk="1" latinLnBrk="1" hangingPunct="1">
              <a:spcBef>
                <a:spcPct val="20000"/>
              </a:spcBef>
              <a:buClr>
                <a:schemeClr val="tx2"/>
              </a:buClr>
              <a:buChar char="•"/>
              <a:defRPr kumimoji="0" sz="1600" kern="1200">
                <a:solidFill>
                  <a:schemeClr val="tx1"/>
                </a:solidFill>
                <a:latin typeface="+mn-lt"/>
                <a:ea typeface="+mn-ea"/>
                <a:cs typeface="+mn-cs"/>
              </a:defRPr>
            </a:lvl8pPr>
            <a:lvl9pPr marL="2468880" indent="-182880" algn="l" rtl="0" eaLnBrk="1" latinLnBrk="1" hangingPunct="1">
              <a:spcBef>
                <a:spcPct val="20000"/>
              </a:spcBef>
              <a:buClr>
                <a:schemeClr val="tx2"/>
              </a:buClr>
              <a:buFontTx/>
              <a:buChar char="•"/>
              <a:defRPr kumimoji="0" sz="1400" kern="1200" baseline="0">
                <a:solidFill>
                  <a:schemeClr val="tx1"/>
                </a:solidFill>
                <a:latin typeface="+mn-lt"/>
                <a:ea typeface="+mn-ea"/>
                <a:cs typeface="+mn-cs"/>
              </a:defRPr>
            </a:lvl9pPr>
          </a:lstStyle>
          <a:p>
            <a:endParaRPr lang="pl-PL" dirty="0"/>
          </a:p>
        </p:txBody>
      </p:sp>
      <p:sp>
        <p:nvSpPr>
          <p:cNvPr id="19" name="Title Placeholder 3"/>
          <p:cNvSpPr txBox="1">
            <a:spLocks/>
          </p:cNvSpPr>
          <p:nvPr userDrawn="1"/>
        </p:nvSpPr>
        <p:spPr>
          <a:xfrm>
            <a:off x="457200" y="365125"/>
            <a:ext cx="8229600" cy="615603"/>
          </a:xfrm>
          <a:prstGeom prst="rect">
            <a:avLst/>
          </a:prstGeom>
        </p:spPr>
        <p:txBody>
          <a:bodyPr vert="horz" lIns="91440" tIns="45720" rIns="91440" bIns="45720" rtlCol="0" anchor="ctr">
            <a:noAutofit/>
          </a:bodyPr>
          <a:lstStyle>
            <a:lvl1pPr algn="r" rtl="0" eaLnBrk="1" latinLnBrk="1" hangingPunct="1">
              <a:spcBef>
                <a:spcPct val="0"/>
              </a:spcBef>
              <a:buNone/>
              <a:defRPr kumimoji="0" sz="2800" b="0" kern="1200">
                <a:ln>
                  <a:noFill/>
                </a:ln>
                <a:solidFill>
                  <a:srgbClr val="374971"/>
                </a:solidFill>
                <a:effectLst/>
                <a:latin typeface="+mj-lt"/>
                <a:ea typeface="+mj-ea"/>
                <a:cs typeface="+mj-cs"/>
              </a:defRPr>
            </a:lvl1pPr>
          </a:lstStyle>
          <a:p>
            <a:endParaRPr lang="pl-PL" dirty="0"/>
          </a:p>
        </p:txBody>
      </p:sp>
      <p:pic>
        <p:nvPicPr>
          <p:cNvPr id="3" name="Picture 2"/>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457200" y="188640"/>
            <a:ext cx="720000" cy="720000"/>
          </a:xfrm>
          <a:prstGeom prst="rect">
            <a:avLst/>
          </a:prstGeom>
        </p:spPr>
      </p:pic>
      <p:cxnSp>
        <p:nvCxnSpPr>
          <p:cNvPr id="10" name="Straight Connector 28">
            <a:extLst>
              <a:ext uri="{FF2B5EF4-FFF2-40B4-BE49-F238E27FC236}">
                <a16:creationId xmlns:a16="http://schemas.microsoft.com/office/drawing/2014/main" id="{662F044E-EF3E-4AF5-85CB-A1A10605001D}"/>
              </a:ext>
            </a:extLst>
          </p:cNvPr>
          <p:cNvCxnSpPr>
            <a:cxnSpLocks/>
          </p:cNvCxnSpPr>
          <p:nvPr userDrawn="1"/>
        </p:nvCxnSpPr>
        <p:spPr>
          <a:xfrm>
            <a:off x="457200" y="980728"/>
            <a:ext cx="8229600" cy="0"/>
          </a:xfrm>
          <a:prstGeom prst="line">
            <a:avLst/>
          </a:prstGeom>
          <a:ln w="127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23476484"/>
      </p:ext>
    </p:extLst>
  </p:cSld>
  <p:clrMap bg1="lt1" tx1="dk1" bg2="lt2" tx2="dk2" accent1="accent1" accent2="accent2" accent3="accent3" accent4="accent4" accent5="accent5" accent6="accent6" hlink="hlink" folHlink="folHlink"/>
  <p:sldLayoutIdLst>
    <p:sldLayoutId id="2147483786" r:id="rId1"/>
    <p:sldLayoutId id="2147483789" r:id="rId2"/>
  </p:sldLayoutIdLst>
  <p:hf hdr="0" dt="0"/>
  <p:txStyles>
    <p:titleStyle>
      <a:lvl1pPr algn="r" rtl="0" eaLnBrk="1" latinLnBrk="1" hangingPunct="1">
        <a:spcBef>
          <a:spcPct val="0"/>
        </a:spcBef>
        <a:buNone/>
        <a:defRPr kumimoji="0" sz="2800" b="0" kern="1200">
          <a:ln>
            <a:noFill/>
          </a:ln>
          <a:solidFill>
            <a:srgbClr val="374971"/>
          </a:solidFill>
          <a:effectLst/>
          <a:latin typeface="+mj-lt"/>
          <a:ea typeface="+mj-ea"/>
          <a:cs typeface="+mj-cs"/>
        </a:defRPr>
      </a:lvl1pPr>
    </p:titleStyle>
    <p:bodyStyle>
      <a:lvl1pPr marL="285750" indent="-285750" algn="l" rtl="0" eaLnBrk="1" latinLnBrk="1" hangingPunct="1">
        <a:spcBef>
          <a:spcPct val="20000"/>
        </a:spcBef>
        <a:spcAft>
          <a:spcPts val="600"/>
        </a:spcAft>
        <a:buClr>
          <a:srgbClr val="374971"/>
        </a:buClr>
        <a:buSzPct val="95000"/>
        <a:buFont typeface="Wingdings" panose="05000000000000000000" pitchFamily="2" charset="2"/>
        <a:buChar char="§"/>
        <a:defRPr kumimoji="0" sz="1800" kern="1200">
          <a:solidFill>
            <a:schemeClr val="tx1"/>
          </a:solidFill>
          <a:latin typeface="+mn-lt"/>
          <a:ea typeface="+mn-ea"/>
          <a:cs typeface="+mn-cs"/>
        </a:defRPr>
      </a:lvl1pPr>
      <a:lvl2pPr marL="640080" indent="-246888" algn="l" rtl="0" eaLnBrk="1" latinLnBrk="0" hangingPunct="1">
        <a:spcBef>
          <a:spcPct val="20000"/>
        </a:spcBef>
        <a:spcAft>
          <a:spcPts val="600"/>
        </a:spcAft>
        <a:buClr>
          <a:schemeClr val="accent1"/>
        </a:buClr>
        <a:buSzPct val="85000"/>
        <a:buFont typeface="Wingdings 2"/>
        <a:buChar char=""/>
        <a:defRPr kumimoji="0" sz="1800" kern="1200">
          <a:solidFill>
            <a:schemeClr val="tx1"/>
          </a:solidFill>
          <a:latin typeface="+mn-lt"/>
          <a:ea typeface="+mn-ea"/>
          <a:cs typeface="+mn-cs"/>
        </a:defRPr>
      </a:lvl2pPr>
      <a:lvl3pPr marL="914400" indent="-246888" algn="l" rtl="0" eaLnBrk="1" latinLnBrk="0" hangingPunct="1">
        <a:spcBef>
          <a:spcPct val="20000"/>
        </a:spcBef>
        <a:spcAft>
          <a:spcPts val="600"/>
        </a:spcAft>
        <a:buClr>
          <a:schemeClr val="accent2"/>
        </a:buClr>
        <a:buSzPct val="70000"/>
        <a:buFont typeface="Wingdings 2"/>
        <a:buChar char=""/>
        <a:defRPr kumimoji="0" sz="1800" kern="1200">
          <a:solidFill>
            <a:schemeClr val="tx1"/>
          </a:solidFill>
          <a:latin typeface="+mn-lt"/>
          <a:ea typeface="+mn-ea"/>
          <a:cs typeface="+mn-cs"/>
        </a:defRPr>
      </a:lvl3pPr>
      <a:lvl4pPr marL="1188720" indent="-210312" algn="l" rtl="0" eaLnBrk="1" latinLnBrk="0" hangingPunct="1">
        <a:spcBef>
          <a:spcPct val="20000"/>
        </a:spcBef>
        <a:spcAft>
          <a:spcPts val="600"/>
        </a:spcAft>
        <a:buClr>
          <a:schemeClr val="accent3"/>
        </a:buClr>
        <a:buSzPct val="65000"/>
        <a:buFont typeface="Wingdings 2"/>
        <a:buChar char=""/>
        <a:defRPr kumimoji="0" sz="1800" kern="1200">
          <a:solidFill>
            <a:schemeClr val="tx1"/>
          </a:solidFill>
          <a:latin typeface="+mn-lt"/>
          <a:ea typeface="+mn-ea"/>
          <a:cs typeface="+mn-cs"/>
        </a:defRPr>
      </a:lvl4pPr>
      <a:lvl5pPr marL="1463040" indent="-210312" algn="l" rtl="0" eaLnBrk="1" latinLnBrk="0" hangingPunct="1">
        <a:spcBef>
          <a:spcPct val="20000"/>
        </a:spcBef>
        <a:spcAft>
          <a:spcPts val="600"/>
        </a:spcAft>
        <a:buClr>
          <a:schemeClr val="accent4"/>
        </a:buClr>
        <a:buSzPct val="65000"/>
        <a:buFont typeface="Wingdings 2"/>
        <a:buChar char=""/>
        <a:defRPr kumimoji="0" sz="1800" kern="1200">
          <a:solidFill>
            <a:schemeClr val="tx1"/>
          </a:solidFill>
          <a:latin typeface="+mn-lt"/>
          <a:ea typeface="+mn-ea"/>
          <a:cs typeface="+mn-cs"/>
        </a:defRPr>
      </a:lvl5pPr>
      <a:lvl6pPr marL="1737360" indent="-210312" algn="l" rtl="0" eaLnBrk="1" latinLnBrk="1" hangingPunct="1">
        <a:spcBef>
          <a:spcPct val="20000"/>
        </a:spcBef>
        <a:buClr>
          <a:schemeClr val="accent5"/>
        </a:buClr>
        <a:buSzPct val="80000"/>
        <a:buFont typeface="Wingdings 2"/>
        <a:buChar char=""/>
        <a:defRPr kumimoji="0" sz="1800" kern="1200">
          <a:solidFill>
            <a:schemeClr val="tx1"/>
          </a:solidFill>
          <a:latin typeface="+mn-lt"/>
          <a:ea typeface="+mn-ea"/>
          <a:cs typeface="+mn-cs"/>
        </a:defRPr>
      </a:lvl6pPr>
      <a:lvl7pPr marL="1920240" indent="-182880" algn="l" rtl="0" eaLnBrk="1" latinLnBrk="1" hangingPunct="1">
        <a:spcBef>
          <a:spcPct val="20000"/>
        </a:spcBef>
        <a:buClr>
          <a:schemeClr val="accent6"/>
        </a:buClr>
        <a:buSzPct val="80000"/>
        <a:buFont typeface="Wingdings 2"/>
        <a:buChar char=""/>
        <a:defRPr kumimoji="0" sz="1600" kern="1200" baseline="0">
          <a:solidFill>
            <a:schemeClr val="tx1"/>
          </a:solidFill>
          <a:latin typeface="+mn-lt"/>
          <a:ea typeface="+mn-ea"/>
          <a:cs typeface="+mn-cs"/>
        </a:defRPr>
      </a:lvl7pPr>
      <a:lvl8pPr marL="2194560" indent="-182880" algn="l" rtl="0" eaLnBrk="1" latinLnBrk="1" hangingPunct="1">
        <a:spcBef>
          <a:spcPct val="20000"/>
        </a:spcBef>
        <a:buClr>
          <a:schemeClr val="tx2"/>
        </a:buClr>
        <a:buChar char="•"/>
        <a:defRPr kumimoji="0" sz="1600" kern="1200">
          <a:solidFill>
            <a:schemeClr val="tx1"/>
          </a:solidFill>
          <a:latin typeface="+mn-lt"/>
          <a:ea typeface="+mn-ea"/>
          <a:cs typeface="+mn-cs"/>
        </a:defRPr>
      </a:lvl8pPr>
      <a:lvl9pPr marL="2468880" indent="-182880" algn="l" rtl="0" eaLnBrk="1" latinLnBrk="1" hangingPunct="1">
        <a:spcBef>
          <a:spcPct val="20000"/>
        </a:spcBef>
        <a:buClr>
          <a:schemeClr val="tx2"/>
        </a:buClr>
        <a:buFontTx/>
        <a:buChar char="•"/>
        <a:defRPr kumimoji="0" sz="1400" kern="1200" baseline="0">
          <a:solidFill>
            <a:schemeClr val="tx1"/>
          </a:solidFill>
          <a:latin typeface="+mn-lt"/>
          <a:ea typeface="+mn-ea"/>
          <a:cs typeface="+mn-cs"/>
        </a:defRPr>
      </a:lvl9pPr>
    </p:bodyStyle>
    <p:otherStyle>
      <a:lvl1pPr marL="0" algn="l" rtl="0" eaLnBrk="1" latinLnBrk="1" hangingPunct="1">
        <a:defRPr kumimoji="0" kern="1200">
          <a:solidFill>
            <a:schemeClr val="tx1"/>
          </a:solidFill>
          <a:latin typeface="+mn-lt"/>
          <a:ea typeface="+mn-ea"/>
          <a:cs typeface="+mn-cs"/>
        </a:defRPr>
      </a:lvl1pPr>
      <a:lvl2pPr marL="457200" algn="l" rtl="0" eaLnBrk="1" latinLnBrk="1" hangingPunct="1">
        <a:defRPr kumimoji="0" kern="1200">
          <a:solidFill>
            <a:schemeClr val="tx1"/>
          </a:solidFill>
          <a:latin typeface="+mn-lt"/>
          <a:ea typeface="+mn-ea"/>
          <a:cs typeface="+mn-cs"/>
        </a:defRPr>
      </a:lvl2pPr>
      <a:lvl3pPr marL="914400" algn="l" rtl="0" eaLnBrk="1" latinLnBrk="1" hangingPunct="1">
        <a:defRPr kumimoji="0" kern="1200">
          <a:solidFill>
            <a:schemeClr val="tx1"/>
          </a:solidFill>
          <a:latin typeface="+mn-lt"/>
          <a:ea typeface="+mn-ea"/>
          <a:cs typeface="+mn-cs"/>
        </a:defRPr>
      </a:lvl3pPr>
      <a:lvl4pPr marL="1371600" algn="l" rtl="0" eaLnBrk="1" latinLnBrk="1" hangingPunct="1">
        <a:defRPr kumimoji="0" kern="1200">
          <a:solidFill>
            <a:schemeClr val="tx1"/>
          </a:solidFill>
          <a:latin typeface="+mn-lt"/>
          <a:ea typeface="+mn-ea"/>
          <a:cs typeface="+mn-cs"/>
        </a:defRPr>
      </a:lvl4pPr>
      <a:lvl5pPr marL="1828800" algn="l" rtl="0" eaLnBrk="1" latinLnBrk="1" hangingPunct="1">
        <a:defRPr kumimoji="0" kern="1200">
          <a:solidFill>
            <a:schemeClr val="tx1"/>
          </a:solidFill>
          <a:latin typeface="+mn-lt"/>
          <a:ea typeface="+mn-ea"/>
          <a:cs typeface="+mn-cs"/>
        </a:defRPr>
      </a:lvl5pPr>
      <a:lvl6pPr marL="2286000" algn="l" rtl="0" eaLnBrk="1" latinLnBrk="1" hangingPunct="1">
        <a:defRPr kumimoji="0" kern="1200">
          <a:solidFill>
            <a:schemeClr val="tx1"/>
          </a:solidFill>
          <a:latin typeface="+mn-lt"/>
          <a:ea typeface="+mn-ea"/>
          <a:cs typeface="+mn-cs"/>
        </a:defRPr>
      </a:lvl6pPr>
      <a:lvl7pPr marL="2743200" algn="l" rtl="0" eaLnBrk="1" latinLnBrk="1" hangingPunct="1">
        <a:defRPr kumimoji="0" kern="1200">
          <a:solidFill>
            <a:schemeClr val="tx1"/>
          </a:solidFill>
          <a:latin typeface="+mn-lt"/>
          <a:ea typeface="+mn-ea"/>
          <a:cs typeface="+mn-cs"/>
        </a:defRPr>
      </a:lvl7pPr>
      <a:lvl8pPr marL="3200400" algn="l" rtl="0" eaLnBrk="1" latinLnBrk="1" hangingPunct="1">
        <a:defRPr kumimoji="0" kern="1200">
          <a:solidFill>
            <a:schemeClr val="tx1"/>
          </a:solidFill>
          <a:latin typeface="+mn-lt"/>
          <a:ea typeface="+mn-ea"/>
          <a:cs typeface="+mn-cs"/>
        </a:defRPr>
      </a:lvl8pPr>
      <a:lvl9pPr marL="3657600" algn="l" rtl="0" eaLnBrk="1" latinLnBrk="1" hangingPunct="1">
        <a:defRPr kumimoji="0" kern="1200">
          <a:solidFill>
            <a:schemeClr val="tx1"/>
          </a:solidFill>
          <a:latin typeface="+mn-lt"/>
          <a:ea typeface="+mn-ea"/>
          <a:cs typeface="+mn-cs"/>
        </a:defRPr>
      </a:lvl9pPr>
    </p:otherStyle>
  </p:txStyles>
</p:sldMaster>
</file>

<file path=ppt/slideMasters/slideMaster7.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8" name="Rectangle 27"/>
          <p:cNvSpPr/>
          <p:nvPr userDrawn="1"/>
        </p:nvSpPr>
        <p:spPr>
          <a:xfrm>
            <a:off x="0" y="6525344"/>
            <a:ext cx="9144000" cy="332656"/>
          </a:xfrm>
          <a:prstGeom prst="rect">
            <a:avLst/>
          </a:prstGeom>
          <a:solidFill>
            <a:srgbClr val="37497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l-PL"/>
          </a:p>
        </p:txBody>
      </p:sp>
      <p:sp>
        <p:nvSpPr>
          <p:cNvPr id="6" name="Slide Number Placeholder 5"/>
          <p:cNvSpPr>
            <a:spLocks noGrp="1"/>
          </p:cNvSpPr>
          <p:nvPr>
            <p:ph type="sldNum" sz="quarter" idx="4"/>
          </p:nvPr>
        </p:nvSpPr>
        <p:spPr>
          <a:xfrm>
            <a:off x="7078166" y="6617244"/>
            <a:ext cx="2057400" cy="196132"/>
          </a:xfrm>
          <a:prstGeom prst="rect">
            <a:avLst/>
          </a:prstGeom>
        </p:spPr>
        <p:txBody>
          <a:bodyPr vert="horz" lIns="91440" tIns="45720" rIns="91440" bIns="45720" rtlCol="0" anchor="ctr"/>
          <a:lstStyle>
            <a:lvl1pPr algn="r">
              <a:defRPr sz="1200">
                <a:solidFill>
                  <a:schemeClr val="bg1"/>
                </a:solidFill>
              </a:defRPr>
            </a:lvl1pPr>
          </a:lstStyle>
          <a:p>
            <a:fld id="{12AAE51A-D9A9-4328-8D90-B9EADBAC13AD}" type="slidenum">
              <a:rPr lang="pl-PL" smtClean="0"/>
              <a:pPr/>
              <a:t>‹#›</a:t>
            </a:fld>
            <a:endParaRPr lang="pl-PL" dirty="0"/>
          </a:p>
        </p:txBody>
      </p:sp>
      <p:sp>
        <p:nvSpPr>
          <p:cNvPr id="17" name="Title Placeholder 3"/>
          <p:cNvSpPr txBox="1">
            <a:spLocks/>
          </p:cNvSpPr>
          <p:nvPr userDrawn="1"/>
        </p:nvSpPr>
        <p:spPr>
          <a:xfrm>
            <a:off x="2123728" y="365125"/>
            <a:ext cx="6563072" cy="615603"/>
          </a:xfrm>
          <a:prstGeom prst="rect">
            <a:avLst/>
          </a:prstGeom>
        </p:spPr>
        <p:txBody>
          <a:bodyPr vert="horz" lIns="91440" tIns="45720" rIns="91440" bIns="45720" rtlCol="0" anchor="ctr">
            <a:noAutofit/>
          </a:bodyPr>
          <a:lstStyle>
            <a:lvl1pPr algn="r" rtl="0" eaLnBrk="1" latinLnBrk="1" hangingPunct="1">
              <a:spcBef>
                <a:spcPct val="0"/>
              </a:spcBef>
              <a:buNone/>
              <a:defRPr kumimoji="0" sz="2800" b="0" kern="1200">
                <a:ln>
                  <a:noFill/>
                </a:ln>
                <a:solidFill>
                  <a:srgbClr val="374971"/>
                </a:solidFill>
                <a:effectLst/>
                <a:latin typeface="+mj-lt"/>
                <a:ea typeface="+mj-ea"/>
                <a:cs typeface="+mj-cs"/>
              </a:defRPr>
            </a:lvl1pPr>
          </a:lstStyle>
          <a:p>
            <a:endParaRPr lang="pl-PL" dirty="0"/>
          </a:p>
        </p:txBody>
      </p:sp>
      <p:sp>
        <p:nvSpPr>
          <p:cNvPr id="18" name="Picture Placeholder 3"/>
          <p:cNvSpPr txBox="1">
            <a:spLocks/>
          </p:cNvSpPr>
          <p:nvPr userDrawn="1"/>
        </p:nvSpPr>
        <p:spPr>
          <a:xfrm>
            <a:off x="457200" y="365125"/>
            <a:ext cx="1378496" cy="1378497"/>
          </a:xfrm>
          <a:prstGeom prst="rect">
            <a:avLst/>
          </a:prstGeom>
        </p:spPr>
        <p:txBody>
          <a:bodyPr/>
          <a:lstStyle>
            <a:lvl1pPr marL="0" indent="0" algn="l" rtl="0" eaLnBrk="1" latinLnBrk="1" hangingPunct="1">
              <a:spcBef>
                <a:spcPct val="20000"/>
              </a:spcBef>
              <a:buClr>
                <a:srgbClr val="374971"/>
              </a:buClr>
              <a:buSzPct val="95000"/>
              <a:buFont typeface="Wingdings" panose="05000000000000000000" pitchFamily="2" charset="2"/>
              <a:buNone/>
              <a:defRPr kumimoji="0" sz="1800" kern="1200">
                <a:solidFill>
                  <a:schemeClr val="tx1"/>
                </a:solidFill>
                <a:latin typeface="+mn-lt"/>
                <a:ea typeface="+mn-ea"/>
                <a:cs typeface="+mn-cs"/>
              </a:defRPr>
            </a:lvl1pPr>
            <a:lvl2pPr marL="640080" indent="-246888" algn="l" rtl="0" eaLnBrk="1" latinLnBrk="0" hangingPunct="1">
              <a:spcBef>
                <a:spcPct val="20000"/>
              </a:spcBef>
              <a:buClr>
                <a:schemeClr val="accent1"/>
              </a:buClr>
              <a:buSzPct val="85000"/>
              <a:buFont typeface="Wingdings 2"/>
              <a:buChar char=""/>
              <a:defRPr kumimoji="0" sz="1800" kern="1200">
                <a:solidFill>
                  <a:schemeClr val="tx1"/>
                </a:solidFill>
                <a:latin typeface="+mn-lt"/>
                <a:ea typeface="+mn-ea"/>
                <a:cs typeface="+mn-cs"/>
              </a:defRPr>
            </a:lvl2pPr>
            <a:lvl3pPr marL="914400" indent="-246888" algn="l" rtl="0" eaLnBrk="1" latinLnBrk="0" hangingPunct="1">
              <a:spcBef>
                <a:spcPct val="20000"/>
              </a:spcBef>
              <a:buClr>
                <a:schemeClr val="accent2"/>
              </a:buClr>
              <a:buSzPct val="70000"/>
              <a:buFont typeface="Wingdings 2"/>
              <a:buChar char=""/>
              <a:defRPr kumimoji="0" sz="1800" kern="1200">
                <a:solidFill>
                  <a:schemeClr val="tx1"/>
                </a:solidFill>
                <a:latin typeface="+mn-lt"/>
                <a:ea typeface="+mn-ea"/>
                <a:cs typeface="+mn-cs"/>
              </a:defRPr>
            </a:lvl3pPr>
            <a:lvl4pPr marL="1188720" indent="-210312" algn="l" rtl="0" eaLnBrk="1" latinLnBrk="0" hangingPunct="1">
              <a:spcBef>
                <a:spcPct val="20000"/>
              </a:spcBef>
              <a:buClr>
                <a:schemeClr val="accent3"/>
              </a:buClr>
              <a:buSzPct val="65000"/>
              <a:buFont typeface="Wingdings 2"/>
              <a:buChar char=""/>
              <a:defRPr kumimoji="0" sz="1800" kern="1200">
                <a:solidFill>
                  <a:schemeClr val="tx1"/>
                </a:solidFill>
                <a:latin typeface="+mn-lt"/>
                <a:ea typeface="+mn-ea"/>
                <a:cs typeface="+mn-cs"/>
              </a:defRPr>
            </a:lvl4pPr>
            <a:lvl5pPr marL="1463040" indent="-210312" algn="l" rtl="0" eaLnBrk="1" latinLnBrk="0" hangingPunct="1">
              <a:spcBef>
                <a:spcPct val="20000"/>
              </a:spcBef>
              <a:buClr>
                <a:schemeClr val="accent4"/>
              </a:buClr>
              <a:buSzPct val="65000"/>
              <a:buFont typeface="Wingdings 2"/>
              <a:buChar char=""/>
              <a:defRPr kumimoji="0" sz="1800" kern="1200">
                <a:solidFill>
                  <a:schemeClr val="tx1"/>
                </a:solidFill>
                <a:latin typeface="+mn-lt"/>
                <a:ea typeface="+mn-ea"/>
                <a:cs typeface="+mn-cs"/>
              </a:defRPr>
            </a:lvl5pPr>
            <a:lvl6pPr marL="1737360" indent="-210312" algn="l" rtl="0" eaLnBrk="1" latinLnBrk="1" hangingPunct="1">
              <a:spcBef>
                <a:spcPct val="20000"/>
              </a:spcBef>
              <a:buClr>
                <a:schemeClr val="accent5"/>
              </a:buClr>
              <a:buSzPct val="80000"/>
              <a:buFont typeface="Wingdings 2"/>
              <a:buChar char=""/>
              <a:defRPr kumimoji="0" sz="1800" kern="1200">
                <a:solidFill>
                  <a:schemeClr val="tx1"/>
                </a:solidFill>
                <a:latin typeface="+mn-lt"/>
                <a:ea typeface="+mn-ea"/>
                <a:cs typeface="+mn-cs"/>
              </a:defRPr>
            </a:lvl6pPr>
            <a:lvl7pPr marL="1920240" indent="-182880" algn="l" rtl="0" eaLnBrk="1" latinLnBrk="1" hangingPunct="1">
              <a:spcBef>
                <a:spcPct val="20000"/>
              </a:spcBef>
              <a:buClr>
                <a:schemeClr val="accent6"/>
              </a:buClr>
              <a:buSzPct val="80000"/>
              <a:buFont typeface="Wingdings 2"/>
              <a:buChar char=""/>
              <a:defRPr kumimoji="0" sz="1600" kern="1200" baseline="0">
                <a:solidFill>
                  <a:schemeClr val="tx1"/>
                </a:solidFill>
                <a:latin typeface="+mn-lt"/>
                <a:ea typeface="+mn-ea"/>
                <a:cs typeface="+mn-cs"/>
              </a:defRPr>
            </a:lvl7pPr>
            <a:lvl8pPr marL="2194560" indent="-182880" algn="l" rtl="0" eaLnBrk="1" latinLnBrk="1" hangingPunct="1">
              <a:spcBef>
                <a:spcPct val="20000"/>
              </a:spcBef>
              <a:buClr>
                <a:schemeClr val="tx2"/>
              </a:buClr>
              <a:buChar char="•"/>
              <a:defRPr kumimoji="0" sz="1600" kern="1200">
                <a:solidFill>
                  <a:schemeClr val="tx1"/>
                </a:solidFill>
                <a:latin typeface="+mn-lt"/>
                <a:ea typeface="+mn-ea"/>
                <a:cs typeface="+mn-cs"/>
              </a:defRPr>
            </a:lvl8pPr>
            <a:lvl9pPr marL="2468880" indent="-182880" algn="l" rtl="0" eaLnBrk="1" latinLnBrk="1" hangingPunct="1">
              <a:spcBef>
                <a:spcPct val="20000"/>
              </a:spcBef>
              <a:buClr>
                <a:schemeClr val="tx2"/>
              </a:buClr>
              <a:buFontTx/>
              <a:buChar char="•"/>
              <a:defRPr kumimoji="0" sz="1400" kern="1200" baseline="0">
                <a:solidFill>
                  <a:schemeClr val="tx1"/>
                </a:solidFill>
                <a:latin typeface="+mn-lt"/>
                <a:ea typeface="+mn-ea"/>
                <a:cs typeface="+mn-cs"/>
              </a:defRPr>
            </a:lvl9pPr>
          </a:lstStyle>
          <a:p>
            <a:endParaRPr lang="pl-PL" dirty="0"/>
          </a:p>
        </p:txBody>
      </p:sp>
      <p:sp>
        <p:nvSpPr>
          <p:cNvPr id="19" name="Title Placeholder 3"/>
          <p:cNvSpPr txBox="1">
            <a:spLocks/>
          </p:cNvSpPr>
          <p:nvPr userDrawn="1"/>
        </p:nvSpPr>
        <p:spPr>
          <a:xfrm>
            <a:off x="457200" y="365125"/>
            <a:ext cx="8229600" cy="615603"/>
          </a:xfrm>
          <a:prstGeom prst="rect">
            <a:avLst/>
          </a:prstGeom>
        </p:spPr>
        <p:txBody>
          <a:bodyPr vert="horz" lIns="91440" tIns="45720" rIns="91440" bIns="45720" rtlCol="0" anchor="ctr">
            <a:noAutofit/>
          </a:bodyPr>
          <a:lstStyle>
            <a:lvl1pPr algn="r" rtl="0" eaLnBrk="1" latinLnBrk="1" hangingPunct="1">
              <a:spcBef>
                <a:spcPct val="0"/>
              </a:spcBef>
              <a:buNone/>
              <a:defRPr kumimoji="0" sz="2800" b="0" kern="1200">
                <a:ln>
                  <a:noFill/>
                </a:ln>
                <a:solidFill>
                  <a:srgbClr val="374971"/>
                </a:solidFill>
                <a:effectLst/>
                <a:latin typeface="+mj-lt"/>
                <a:ea typeface="+mj-ea"/>
                <a:cs typeface="+mj-cs"/>
              </a:defRPr>
            </a:lvl1pPr>
          </a:lstStyle>
          <a:p>
            <a:endParaRPr lang="pl-PL" dirty="0"/>
          </a:p>
        </p:txBody>
      </p:sp>
      <p:pic>
        <p:nvPicPr>
          <p:cNvPr id="2" name="Picture 1"/>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457808" y="188640"/>
            <a:ext cx="720000" cy="720000"/>
          </a:xfrm>
          <a:prstGeom prst="rect">
            <a:avLst/>
          </a:prstGeom>
        </p:spPr>
      </p:pic>
      <p:cxnSp>
        <p:nvCxnSpPr>
          <p:cNvPr id="9" name="Straight Connector 28">
            <a:extLst>
              <a:ext uri="{FF2B5EF4-FFF2-40B4-BE49-F238E27FC236}">
                <a16:creationId xmlns:a16="http://schemas.microsoft.com/office/drawing/2014/main" id="{E89D5A4C-7710-41A3-A521-5EF56C1D09CC}"/>
              </a:ext>
            </a:extLst>
          </p:cNvPr>
          <p:cNvCxnSpPr>
            <a:cxnSpLocks/>
          </p:cNvCxnSpPr>
          <p:nvPr userDrawn="1"/>
        </p:nvCxnSpPr>
        <p:spPr>
          <a:xfrm>
            <a:off x="457200" y="980728"/>
            <a:ext cx="8229600" cy="0"/>
          </a:xfrm>
          <a:prstGeom prst="line">
            <a:avLst/>
          </a:prstGeom>
          <a:ln w="127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24538034"/>
      </p:ext>
    </p:extLst>
  </p:cSld>
  <p:clrMap bg1="lt1" tx1="dk1" bg2="lt2" tx2="dk2" accent1="accent1" accent2="accent2" accent3="accent3" accent4="accent4" accent5="accent5" accent6="accent6" hlink="hlink" folHlink="folHlink"/>
  <p:sldLayoutIdLst>
    <p:sldLayoutId id="2147483788" r:id="rId1"/>
  </p:sldLayoutIdLst>
  <p:hf hdr="0" dt="0"/>
  <p:txStyles>
    <p:titleStyle>
      <a:lvl1pPr algn="r" rtl="0" eaLnBrk="1" latinLnBrk="1" hangingPunct="1">
        <a:spcBef>
          <a:spcPct val="0"/>
        </a:spcBef>
        <a:buNone/>
        <a:defRPr kumimoji="0" sz="2800" b="0" kern="1200">
          <a:ln>
            <a:noFill/>
          </a:ln>
          <a:solidFill>
            <a:srgbClr val="374971"/>
          </a:solidFill>
          <a:effectLst/>
          <a:latin typeface="+mj-lt"/>
          <a:ea typeface="+mj-ea"/>
          <a:cs typeface="+mj-cs"/>
        </a:defRPr>
      </a:lvl1pPr>
    </p:titleStyle>
    <p:bodyStyle>
      <a:lvl1pPr marL="285750" indent="-285750" algn="l" rtl="0" eaLnBrk="1" latinLnBrk="1" hangingPunct="1">
        <a:spcBef>
          <a:spcPct val="20000"/>
        </a:spcBef>
        <a:spcAft>
          <a:spcPts val="600"/>
        </a:spcAft>
        <a:buClr>
          <a:srgbClr val="374971"/>
        </a:buClr>
        <a:buSzPct val="95000"/>
        <a:buFont typeface="Wingdings" panose="05000000000000000000" pitchFamily="2" charset="2"/>
        <a:buChar char="§"/>
        <a:defRPr kumimoji="0" sz="1800" kern="1200">
          <a:solidFill>
            <a:schemeClr val="tx1"/>
          </a:solidFill>
          <a:latin typeface="+mn-lt"/>
          <a:ea typeface="+mn-ea"/>
          <a:cs typeface="+mn-cs"/>
        </a:defRPr>
      </a:lvl1pPr>
      <a:lvl2pPr marL="640080" indent="-246888" algn="l" rtl="0" eaLnBrk="1" latinLnBrk="0" hangingPunct="1">
        <a:spcBef>
          <a:spcPct val="20000"/>
        </a:spcBef>
        <a:spcAft>
          <a:spcPts val="600"/>
        </a:spcAft>
        <a:buClr>
          <a:schemeClr val="accent1"/>
        </a:buClr>
        <a:buSzPct val="85000"/>
        <a:buFont typeface="Wingdings 2"/>
        <a:buChar char=""/>
        <a:defRPr kumimoji="0" sz="1800" kern="1200">
          <a:solidFill>
            <a:schemeClr val="tx1"/>
          </a:solidFill>
          <a:latin typeface="+mn-lt"/>
          <a:ea typeface="+mn-ea"/>
          <a:cs typeface="+mn-cs"/>
        </a:defRPr>
      </a:lvl2pPr>
      <a:lvl3pPr marL="914400" indent="-246888" algn="l" rtl="0" eaLnBrk="1" latinLnBrk="0" hangingPunct="1">
        <a:spcBef>
          <a:spcPct val="20000"/>
        </a:spcBef>
        <a:spcAft>
          <a:spcPts val="600"/>
        </a:spcAft>
        <a:buClr>
          <a:schemeClr val="accent2"/>
        </a:buClr>
        <a:buSzPct val="70000"/>
        <a:buFont typeface="Wingdings 2"/>
        <a:buChar char=""/>
        <a:defRPr kumimoji="0" sz="1800" kern="1200">
          <a:solidFill>
            <a:schemeClr val="tx1"/>
          </a:solidFill>
          <a:latin typeface="+mn-lt"/>
          <a:ea typeface="+mn-ea"/>
          <a:cs typeface="+mn-cs"/>
        </a:defRPr>
      </a:lvl3pPr>
      <a:lvl4pPr marL="1188720" indent="-210312" algn="l" rtl="0" eaLnBrk="1" latinLnBrk="0" hangingPunct="1">
        <a:spcBef>
          <a:spcPct val="20000"/>
        </a:spcBef>
        <a:spcAft>
          <a:spcPts val="600"/>
        </a:spcAft>
        <a:buClr>
          <a:schemeClr val="accent3"/>
        </a:buClr>
        <a:buSzPct val="65000"/>
        <a:buFont typeface="Wingdings 2"/>
        <a:buChar char=""/>
        <a:defRPr kumimoji="0" sz="1800" kern="1200">
          <a:solidFill>
            <a:schemeClr val="tx1"/>
          </a:solidFill>
          <a:latin typeface="+mn-lt"/>
          <a:ea typeface="+mn-ea"/>
          <a:cs typeface="+mn-cs"/>
        </a:defRPr>
      </a:lvl4pPr>
      <a:lvl5pPr marL="1463040" indent="-210312" algn="l" rtl="0" eaLnBrk="1" latinLnBrk="0" hangingPunct="1">
        <a:spcBef>
          <a:spcPct val="20000"/>
        </a:spcBef>
        <a:spcAft>
          <a:spcPts val="600"/>
        </a:spcAft>
        <a:buClr>
          <a:schemeClr val="accent4"/>
        </a:buClr>
        <a:buSzPct val="65000"/>
        <a:buFont typeface="Wingdings 2"/>
        <a:buChar char=""/>
        <a:defRPr kumimoji="0" sz="1800" kern="1200">
          <a:solidFill>
            <a:schemeClr val="tx1"/>
          </a:solidFill>
          <a:latin typeface="+mn-lt"/>
          <a:ea typeface="+mn-ea"/>
          <a:cs typeface="+mn-cs"/>
        </a:defRPr>
      </a:lvl5pPr>
      <a:lvl6pPr marL="1737360" indent="-210312" algn="l" rtl="0" eaLnBrk="1" latinLnBrk="1" hangingPunct="1">
        <a:spcBef>
          <a:spcPct val="20000"/>
        </a:spcBef>
        <a:buClr>
          <a:schemeClr val="accent5"/>
        </a:buClr>
        <a:buSzPct val="80000"/>
        <a:buFont typeface="Wingdings 2"/>
        <a:buChar char=""/>
        <a:defRPr kumimoji="0" sz="1800" kern="1200">
          <a:solidFill>
            <a:schemeClr val="tx1"/>
          </a:solidFill>
          <a:latin typeface="+mn-lt"/>
          <a:ea typeface="+mn-ea"/>
          <a:cs typeface="+mn-cs"/>
        </a:defRPr>
      </a:lvl6pPr>
      <a:lvl7pPr marL="1920240" indent="-182880" algn="l" rtl="0" eaLnBrk="1" latinLnBrk="1" hangingPunct="1">
        <a:spcBef>
          <a:spcPct val="20000"/>
        </a:spcBef>
        <a:buClr>
          <a:schemeClr val="accent6"/>
        </a:buClr>
        <a:buSzPct val="80000"/>
        <a:buFont typeface="Wingdings 2"/>
        <a:buChar char=""/>
        <a:defRPr kumimoji="0" sz="1600" kern="1200" baseline="0">
          <a:solidFill>
            <a:schemeClr val="tx1"/>
          </a:solidFill>
          <a:latin typeface="+mn-lt"/>
          <a:ea typeface="+mn-ea"/>
          <a:cs typeface="+mn-cs"/>
        </a:defRPr>
      </a:lvl7pPr>
      <a:lvl8pPr marL="2194560" indent="-182880" algn="l" rtl="0" eaLnBrk="1" latinLnBrk="1" hangingPunct="1">
        <a:spcBef>
          <a:spcPct val="20000"/>
        </a:spcBef>
        <a:buClr>
          <a:schemeClr val="tx2"/>
        </a:buClr>
        <a:buChar char="•"/>
        <a:defRPr kumimoji="0" sz="1600" kern="1200">
          <a:solidFill>
            <a:schemeClr val="tx1"/>
          </a:solidFill>
          <a:latin typeface="+mn-lt"/>
          <a:ea typeface="+mn-ea"/>
          <a:cs typeface="+mn-cs"/>
        </a:defRPr>
      </a:lvl8pPr>
      <a:lvl9pPr marL="2468880" indent="-182880" algn="l" rtl="0" eaLnBrk="1" latinLnBrk="1" hangingPunct="1">
        <a:spcBef>
          <a:spcPct val="20000"/>
        </a:spcBef>
        <a:buClr>
          <a:schemeClr val="tx2"/>
        </a:buClr>
        <a:buFontTx/>
        <a:buChar char="•"/>
        <a:defRPr kumimoji="0" sz="1400" kern="1200" baseline="0">
          <a:solidFill>
            <a:schemeClr val="tx1"/>
          </a:solidFill>
          <a:latin typeface="+mn-lt"/>
          <a:ea typeface="+mn-ea"/>
          <a:cs typeface="+mn-cs"/>
        </a:defRPr>
      </a:lvl9pPr>
    </p:bodyStyle>
    <p:otherStyle>
      <a:lvl1pPr marL="0" algn="l" rtl="0" eaLnBrk="1" latinLnBrk="1" hangingPunct="1">
        <a:defRPr kumimoji="0" kern="1200">
          <a:solidFill>
            <a:schemeClr val="tx1"/>
          </a:solidFill>
          <a:latin typeface="+mn-lt"/>
          <a:ea typeface="+mn-ea"/>
          <a:cs typeface="+mn-cs"/>
        </a:defRPr>
      </a:lvl1pPr>
      <a:lvl2pPr marL="457200" algn="l" rtl="0" eaLnBrk="1" latinLnBrk="1" hangingPunct="1">
        <a:defRPr kumimoji="0" kern="1200">
          <a:solidFill>
            <a:schemeClr val="tx1"/>
          </a:solidFill>
          <a:latin typeface="+mn-lt"/>
          <a:ea typeface="+mn-ea"/>
          <a:cs typeface="+mn-cs"/>
        </a:defRPr>
      </a:lvl2pPr>
      <a:lvl3pPr marL="914400" algn="l" rtl="0" eaLnBrk="1" latinLnBrk="1" hangingPunct="1">
        <a:defRPr kumimoji="0" kern="1200">
          <a:solidFill>
            <a:schemeClr val="tx1"/>
          </a:solidFill>
          <a:latin typeface="+mn-lt"/>
          <a:ea typeface="+mn-ea"/>
          <a:cs typeface="+mn-cs"/>
        </a:defRPr>
      </a:lvl3pPr>
      <a:lvl4pPr marL="1371600" algn="l" rtl="0" eaLnBrk="1" latinLnBrk="1" hangingPunct="1">
        <a:defRPr kumimoji="0" kern="1200">
          <a:solidFill>
            <a:schemeClr val="tx1"/>
          </a:solidFill>
          <a:latin typeface="+mn-lt"/>
          <a:ea typeface="+mn-ea"/>
          <a:cs typeface="+mn-cs"/>
        </a:defRPr>
      </a:lvl4pPr>
      <a:lvl5pPr marL="1828800" algn="l" rtl="0" eaLnBrk="1" latinLnBrk="1" hangingPunct="1">
        <a:defRPr kumimoji="0" kern="1200">
          <a:solidFill>
            <a:schemeClr val="tx1"/>
          </a:solidFill>
          <a:latin typeface="+mn-lt"/>
          <a:ea typeface="+mn-ea"/>
          <a:cs typeface="+mn-cs"/>
        </a:defRPr>
      </a:lvl5pPr>
      <a:lvl6pPr marL="2286000" algn="l" rtl="0" eaLnBrk="1" latinLnBrk="1" hangingPunct="1">
        <a:defRPr kumimoji="0" kern="1200">
          <a:solidFill>
            <a:schemeClr val="tx1"/>
          </a:solidFill>
          <a:latin typeface="+mn-lt"/>
          <a:ea typeface="+mn-ea"/>
          <a:cs typeface="+mn-cs"/>
        </a:defRPr>
      </a:lvl6pPr>
      <a:lvl7pPr marL="2743200" algn="l" rtl="0" eaLnBrk="1" latinLnBrk="1" hangingPunct="1">
        <a:defRPr kumimoji="0" kern="1200">
          <a:solidFill>
            <a:schemeClr val="tx1"/>
          </a:solidFill>
          <a:latin typeface="+mn-lt"/>
          <a:ea typeface="+mn-ea"/>
          <a:cs typeface="+mn-cs"/>
        </a:defRPr>
      </a:lvl7pPr>
      <a:lvl8pPr marL="3200400" algn="l" rtl="0" eaLnBrk="1" latinLnBrk="1" hangingPunct="1">
        <a:defRPr kumimoji="0" kern="1200">
          <a:solidFill>
            <a:schemeClr val="tx1"/>
          </a:solidFill>
          <a:latin typeface="+mn-lt"/>
          <a:ea typeface="+mn-ea"/>
          <a:cs typeface="+mn-cs"/>
        </a:defRPr>
      </a:lvl8pPr>
      <a:lvl9pPr marL="3657600" algn="l" rtl="0" eaLnBrk="1" latinLnBrk="1" hangingPunct="1">
        <a:defRPr kumimoji="0" kern="1200">
          <a:solidFill>
            <a:schemeClr val="tx1"/>
          </a:solidFill>
          <a:latin typeface="+mn-lt"/>
          <a:ea typeface="+mn-ea"/>
          <a:cs typeface="+mn-cs"/>
        </a:defRPr>
      </a:lvl9pPr>
    </p:otherStyle>
  </p:txStyles>
</p:sldMaster>
</file>

<file path=ppt/slideMasters/slideMaster8.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8" name="Rectangle 27"/>
          <p:cNvSpPr/>
          <p:nvPr userDrawn="1"/>
        </p:nvSpPr>
        <p:spPr>
          <a:xfrm>
            <a:off x="0" y="0"/>
            <a:ext cx="9144000" cy="6858000"/>
          </a:xfrm>
          <a:prstGeom prst="rect">
            <a:avLst/>
          </a:prstGeom>
          <a:solidFill>
            <a:srgbClr val="37497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l-PL" dirty="0"/>
          </a:p>
        </p:txBody>
      </p:sp>
    </p:spTree>
    <p:extLst>
      <p:ext uri="{BB962C8B-B14F-4D97-AF65-F5344CB8AC3E}">
        <p14:creationId xmlns:p14="http://schemas.microsoft.com/office/powerpoint/2010/main" val="4160527176"/>
      </p:ext>
    </p:extLst>
  </p:cSld>
  <p:clrMap bg1="lt1" tx1="dk1" bg2="lt2" tx2="dk2" accent1="accent1" accent2="accent2" accent3="accent3" accent4="accent4" accent5="accent5" accent6="accent6" hlink="hlink" folHlink="folHlink"/>
  <p:sldLayoutIdLst>
    <p:sldLayoutId id="2147483778" r:id="rId1"/>
  </p:sldLayoutIdLst>
  <p:hf hdr="0" dt="0"/>
  <p:txStyles>
    <p:titleStyle>
      <a:lvl1pPr algn="r" rtl="0" eaLnBrk="1" latinLnBrk="1" hangingPunct="1">
        <a:spcBef>
          <a:spcPct val="0"/>
        </a:spcBef>
        <a:buNone/>
        <a:defRPr kumimoji="0" sz="2800" b="0" kern="1200">
          <a:ln>
            <a:noFill/>
          </a:ln>
          <a:solidFill>
            <a:srgbClr val="374971"/>
          </a:solidFill>
          <a:effectLst/>
          <a:latin typeface="+mj-lt"/>
          <a:ea typeface="+mj-ea"/>
          <a:cs typeface="+mj-cs"/>
        </a:defRPr>
      </a:lvl1pPr>
    </p:titleStyle>
    <p:bodyStyle>
      <a:lvl1pPr marL="285750" indent="-285750" algn="l" rtl="0" eaLnBrk="1" latinLnBrk="1" hangingPunct="1">
        <a:spcBef>
          <a:spcPct val="20000"/>
        </a:spcBef>
        <a:buClr>
          <a:srgbClr val="374971"/>
        </a:buClr>
        <a:buSzPct val="95000"/>
        <a:buFont typeface="Wingdings" panose="05000000000000000000" pitchFamily="2" charset="2"/>
        <a:buChar char="§"/>
        <a:defRPr kumimoji="0" sz="6000" b="1" kern="1200" baseline="0">
          <a:solidFill>
            <a:schemeClr val="bg1"/>
          </a:solidFill>
          <a:latin typeface="+mn-lt"/>
          <a:ea typeface="+mn-ea"/>
          <a:cs typeface="+mn-cs"/>
        </a:defRPr>
      </a:lvl1pPr>
      <a:lvl2pPr marL="640080" indent="-246888" algn="l" rtl="0" eaLnBrk="1" latinLnBrk="0" hangingPunct="1">
        <a:spcBef>
          <a:spcPct val="20000"/>
        </a:spcBef>
        <a:buClr>
          <a:schemeClr val="accent1"/>
        </a:buClr>
        <a:buSzPct val="85000"/>
        <a:buFont typeface="Wingdings 2"/>
        <a:buChar char=""/>
        <a:defRPr kumimoji="0" sz="1800" kern="1200">
          <a:solidFill>
            <a:schemeClr val="bg1"/>
          </a:solidFill>
          <a:latin typeface="+mn-lt"/>
          <a:ea typeface="+mn-ea"/>
          <a:cs typeface="+mn-cs"/>
        </a:defRPr>
      </a:lvl2pPr>
      <a:lvl3pPr marL="914400" indent="-246888" algn="l" rtl="0" eaLnBrk="1" latinLnBrk="0" hangingPunct="1">
        <a:spcBef>
          <a:spcPct val="20000"/>
        </a:spcBef>
        <a:buClr>
          <a:schemeClr val="accent2"/>
        </a:buClr>
        <a:buSzPct val="70000"/>
        <a:buFont typeface="Wingdings 2"/>
        <a:buChar char=""/>
        <a:defRPr kumimoji="0" sz="1800" kern="1200">
          <a:solidFill>
            <a:schemeClr val="bg1"/>
          </a:solidFill>
          <a:latin typeface="+mn-lt"/>
          <a:ea typeface="+mn-ea"/>
          <a:cs typeface="+mn-cs"/>
        </a:defRPr>
      </a:lvl3pPr>
      <a:lvl4pPr marL="1188720" indent="-210312" algn="l" rtl="0" eaLnBrk="1" latinLnBrk="0" hangingPunct="1">
        <a:spcBef>
          <a:spcPct val="20000"/>
        </a:spcBef>
        <a:buClr>
          <a:schemeClr val="accent3"/>
        </a:buClr>
        <a:buSzPct val="65000"/>
        <a:buFont typeface="Wingdings 2"/>
        <a:buChar char=""/>
        <a:defRPr kumimoji="0" sz="1800" kern="1200">
          <a:solidFill>
            <a:schemeClr val="bg1"/>
          </a:solidFill>
          <a:latin typeface="+mn-lt"/>
          <a:ea typeface="+mn-ea"/>
          <a:cs typeface="+mn-cs"/>
        </a:defRPr>
      </a:lvl4pPr>
      <a:lvl5pPr marL="1463040" indent="-210312" algn="l" rtl="0" eaLnBrk="1" latinLnBrk="0" hangingPunct="1">
        <a:spcBef>
          <a:spcPct val="20000"/>
        </a:spcBef>
        <a:buClr>
          <a:schemeClr val="accent4"/>
        </a:buClr>
        <a:buSzPct val="65000"/>
        <a:buFont typeface="Wingdings 2"/>
        <a:buChar char=""/>
        <a:defRPr kumimoji="0" sz="1800" kern="1200">
          <a:solidFill>
            <a:schemeClr val="bg1"/>
          </a:solidFill>
          <a:latin typeface="+mn-lt"/>
          <a:ea typeface="+mn-ea"/>
          <a:cs typeface="+mn-cs"/>
        </a:defRPr>
      </a:lvl5pPr>
      <a:lvl6pPr marL="1737360" indent="-210312" algn="l" rtl="0" eaLnBrk="1" latinLnBrk="1" hangingPunct="1">
        <a:spcBef>
          <a:spcPct val="20000"/>
        </a:spcBef>
        <a:buClr>
          <a:schemeClr val="accent5"/>
        </a:buClr>
        <a:buSzPct val="80000"/>
        <a:buFont typeface="Wingdings 2"/>
        <a:buChar char=""/>
        <a:defRPr kumimoji="0" sz="1800" kern="1200">
          <a:solidFill>
            <a:schemeClr val="tx1"/>
          </a:solidFill>
          <a:latin typeface="+mn-lt"/>
          <a:ea typeface="+mn-ea"/>
          <a:cs typeface="+mn-cs"/>
        </a:defRPr>
      </a:lvl6pPr>
      <a:lvl7pPr marL="1920240" indent="-182880" algn="l" rtl="0" eaLnBrk="1" latinLnBrk="1" hangingPunct="1">
        <a:spcBef>
          <a:spcPct val="20000"/>
        </a:spcBef>
        <a:buClr>
          <a:schemeClr val="accent6"/>
        </a:buClr>
        <a:buSzPct val="80000"/>
        <a:buFont typeface="Wingdings 2"/>
        <a:buChar char=""/>
        <a:defRPr kumimoji="0" sz="1600" kern="1200" baseline="0">
          <a:solidFill>
            <a:schemeClr val="tx1"/>
          </a:solidFill>
          <a:latin typeface="+mn-lt"/>
          <a:ea typeface="+mn-ea"/>
          <a:cs typeface="+mn-cs"/>
        </a:defRPr>
      </a:lvl7pPr>
      <a:lvl8pPr marL="2194560" indent="-182880" algn="l" rtl="0" eaLnBrk="1" latinLnBrk="1" hangingPunct="1">
        <a:spcBef>
          <a:spcPct val="20000"/>
        </a:spcBef>
        <a:buClr>
          <a:schemeClr val="tx2"/>
        </a:buClr>
        <a:buChar char="•"/>
        <a:defRPr kumimoji="0" sz="1600" kern="1200">
          <a:solidFill>
            <a:schemeClr val="tx1"/>
          </a:solidFill>
          <a:latin typeface="+mn-lt"/>
          <a:ea typeface="+mn-ea"/>
          <a:cs typeface="+mn-cs"/>
        </a:defRPr>
      </a:lvl8pPr>
      <a:lvl9pPr marL="2468880" indent="-182880" algn="l" rtl="0" eaLnBrk="1" latinLnBrk="1" hangingPunct="1">
        <a:spcBef>
          <a:spcPct val="20000"/>
        </a:spcBef>
        <a:buClr>
          <a:schemeClr val="tx2"/>
        </a:buClr>
        <a:buFontTx/>
        <a:buChar char="•"/>
        <a:defRPr kumimoji="0" sz="1400" kern="1200" baseline="0">
          <a:solidFill>
            <a:schemeClr val="tx1"/>
          </a:solidFill>
          <a:latin typeface="+mn-lt"/>
          <a:ea typeface="+mn-ea"/>
          <a:cs typeface="+mn-cs"/>
        </a:defRPr>
      </a:lvl9pPr>
    </p:bodyStyle>
    <p:otherStyle>
      <a:lvl1pPr marL="0" algn="l" rtl="0" eaLnBrk="1" latinLnBrk="1" hangingPunct="1">
        <a:defRPr kumimoji="0" kern="1200">
          <a:solidFill>
            <a:schemeClr val="tx1"/>
          </a:solidFill>
          <a:latin typeface="+mn-lt"/>
          <a:ea typeface="+mn-ea"/>
          <a:cs typeface="+mn-cs"/>
        </a:defRPr>
      </a:lvl1pPr>
      <a:lvl2pPr marL="457200" algn="l" rtl="0" eaLnBrk="1" latinLnBrk="1" hangingPunct="1">
        <a:defRPr kumimoji="0" kern="1200">
          <a:solidFill>
            <a:schemeClr val="tx1"/>
          </a:solidFill>
          <a:latin typeface="+mn-lt"/>
          <a:ea typeface="+mn-ea"/>
          <a:cs typeface="+mn-cs"/>
        </a:defRPr>
      </a:lvl2pPr>
      <a:lvl3pPr marL="914400" algn="l" rtl="0" eaLnBrk="1" latinLnBrk="1" hangingPunct="1">
        <a:defRPr kumimoji="0" kern="1200">
          <a:solidFill>
            <a:schemeClr val="tx1"/>
          </a:solidFill>
          <a:latin typeface="+mn-lt"/>
          <a:ea typeface="+mn-ea"/>
          <a:cs typeface="+mn-cs"/>
        </a:defRPr>
      </a:lvl3pPr>
      <a:lvl4pPr marL="1371600" algn="l" rtl="0" eaLnBrk="1" latinLnBrk="1" hangingPunct="1">
        <a:defRPr kumimoji="0" kern="1200">
          <a:solidFill>
            <a:schemeClr val="tx1"/>
          </a:solidFill>
          <a:latin typeface="+mn-lt"/>
          <a:ea typeface="+mn-ea"/>
          <a:cs typeface="+mn-cs"/>
        </a:defRPr>
      </a:lvl4pPr>
      <a:lvl5pPr marL="1828800" algn="l" rtl="0" eaLnBrk="1" latinLnBrk="1" hangingPunct="1">
        <a:defRPr kumimoji="0" kern="1200">
          <a:solidFill>
            <a:schemeClr val="tx1"/>
          </a:solidFill>
          <a:latin typeface="+mn-lt"/>
          <a:ea typeface="+mn-ea"/>
          <a:cs typeface="+mn-cs"/>
        </a:defRPr>
      </a:lvl5pPr>
      <a:lvl6pPr marL="2286000" algn="l" rtl="0" eaLnBrk="1" latinLnBrk="1" hangingPunct="1">
        <a:defRPr kumimoji="0" kern="1200">
          <a:solidFill>
            <a:schemeClr val="tx1"/>
          </a:solidFill>
          <a:latin typeface="+mn-lt"/>
          <a:ea typeface="+mn-ea"/>
          <a:cs typeface="+mn-cs"/>
        </a:defRPr>
      </a:lvl6pPr>
      <a:lvl7pPr marL="2743200" algn="l" rtl="0" eaLnBrk="1" latinLnBrk="1" hangingPunct="1">
        <a:defRPr kumimoji="0" kern="1200">
          <a:solidFill>
            <a:schemeClr val="tx1"/>
          </a:solidFill>
          <a:latin typeface="+mn-lt"/>
          <a:ea typeface="+mn-ea"/>
          <a:cs typeface="+mn-cs"/>
        </a:defRPr>
      </a:lvl7pPr>
      <a:lvl8pPr marL="3200400" algn="l" rtl="0" eaLnBrk="1" latinLnBrk="1" hangingPunct="1">
        <a:defRPr kumimoji="0" kern="1200">
          <a:solidFill>
            <a:schemeClr val="tx1"/>
          </a:solidFill>
          <a:latin typeface="+mn-lt"/>
          <a:ea typeface="+mn-ea"/>
          <a:cs typeface="+mn-cs"/>
        </a:defRPr>
      </a:lvl8pPr>
      <a:lvl9pPr marL="3657600" algn="l" rtl="0" eaLnBrk="1" latinLnBrk="1" hangingPunct="1">
        <a:defRPr kumimoji="0" kern="1200">
          <a:solidFill>
            <a:schemeClr val="tx1"/>
          </a:solidFill>
          <a:latin typeface="+mn-lt"/>
          <a:ea typeface="+mn-ea"/>
          <a:cs typeface="+mn-cs"/>
        </a:defRPr>
      </a:lvl9pPr>
    </p:otherStyle>
  </p:txStyles>
</p:sldMaster>
</file>

<file path=ppt/slides/_rels/slide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xml"/><Relationship Id="rId3"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4.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5.jp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6.jp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7.jp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8.jp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9.jp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0.jp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1.jp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2.jp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3.jp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4.jp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5.jp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6.jp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7.jp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p:cNvSpPr>
            <a:spLocks noGrp="1"/>
          </p:cNvSpPr>
          <p:nvPr>
            <p:ph type="body" sz="quarter" idx="10"/>
          </p:nvPr>
        </p:nvSpPr>
        <p:spPr/>
        <p:txBody>
          <a:bodyPr/>
          <a:lstStyle/>
          <a:p>
            <a:pPr latinLnBrk="0" eaLnBrk="1"/>
            <a:r>
              <a:rPr>
                <a:solidFill>
                  <a:srgbClr val="FFFFFF"/>
                </a:solidFill>
              </a:rPr>
              <a:t>CCPlayTV</a:t>
            </a:r>
          </a:p>
        </p:txBody>
      </p:sp>
      <p:sp>
        <p:nvSpPr>
          <p:cNvPr id="7" name="Text Placeholder 6"/>
          <p:cNvSpPr>
            <a:spLocks noGrp="1"/>
          </p:cNvSpPr>
          <p:nvPr>
            <p:ph type="body" sz="quarter" idx="11"/>
          </p:nvPr>
        </p:nvSpPr>
        <p:spPr/>
        <p:txBody>
          <a:bodyPr/>
          <a:lstStyle/>
          <a:p>
            <a:pPr latinLnBrk="0" eaLnBrk="1"/>
            <a:r>
              <a:rPr sz="2200">
                <a:solidFill>
                  <a:srgbClr val="FFFFFF"/>
                </a:solidFill>
              </a:rPr>
              <a:t>Application UI Description</a:t>
            </a:r>
          </a:p>
          <a:p>
            <a:pPr latinLnBrk="0" eaLnBrk="1"/>
            <a:r>
              <a:rPr sz="2200">
                <a:solidFill>
                  <a:srgbClr val="FFFFFF"/>
                </a:solidFill>
              </a:rPr>
              <a:t>Version 0.2.1 · Samsung Smart TV (Tizen)</a:t>
            </a:r>
          </a:p>
        </p:txBody>
      </p:sp>
    </p:spTree>
    <p:extLst>
      <p:ext uri="{BB962C8B-B14F-4D97-AF65-F5344CB8AC3E}">
        <p14:creationId xmlns:p14="http://schemas.microsoft.com/office/powerpoint/2010/main" val="242787096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p:cNvSpPr>
            <a:spLocks noGrp="1"/>
          </p:cNvSpPr>
          <p:nvPr>
            <p:ph type="title"/>
          </p:nvPr>
        </p:nvSpPr>
        <p:spPr>
          <a:prstGeom prst="rect">
            <a:avLst/>
          </a:prstGeom>
        </p:spPr>
        <p:txBody>
          <a:bodyPr/>
          <a:lstStyle/>
          <a:p>
            <a:r>
              <a:rPr lang="en-US" altLang="ko-KR" dirty="0"/>
              <a:t>Revision History</a:t>
            </a:r>
            <a:endParaRPr lang="ko-KR" altLang="en-US" dirty="0"/>
          </a:p>
        </p:txBody>
      </p:sp>
      <p:sp>
        <p:nvSpPr>
          <p:cNvPr id="3" name="Slide Number Placeholder 2"/>
          <p:cNvSpPr>
            <a:spLocks noGrp="1"/>
          </p:cNvSpPr>
          <p:nvPr>
            <p:ph type="sldNum" sz="quarter" idx="4"/>
          </p:nvPr>
        </p:nvSpPr>
        <p:spPr/>
        <p:txBody>
          <a:bodyPr/>
          <a:lstStyle/>
          <a:p>
            <a:fld id="{42AF35AD-09C2-4EBD-8934-72FD947EF48F}" type="slidenum">
              <a:rPr lang="pl-PL" smtClean="0"/>
              <a:pPr/>
              <a:t>3</a:t>
            </a:fld>
            <a:endParaRPr lang="pl-PL" dirty="0"/>
          </a:p>
        </p:txBody>
      </p:sp>
      <p:graphicFrame>
        <p:nvGraphicFramePr>
          <p:cNvPr id="8" name="Table 7"/>
          <p:cNvGraphicFramePr>
            <a:graphicFrameLocks noGrp="1"/>
          </p:cNvGraphicFramePr>
          <p:nvPr>
            <p:extLst>
              <p:ext uri="{D42A27DB-BD31-4B8C-83A1-F6EECF244321}">
                <p14:modId xmlns:p14="http://schemas.microsoft.com/office/powerpoint/2010/main" val="2065217924"/>
              </p:ext>
            </p:extLst>
          </p:nvPr>
        </p:nvGraphicFramePr>
        <p:xfrm>
          <a:off x="457200" y="1935163"/>
          <a:ext cx="8229600" cy="1483360"/>
        </p:xfrm>
        <a:graphic>
          <a:graphicData uri="http://schemas.openxmlformats.org/drawingml/2006/table">
            <a:tbl>
              <a:tblPr firstRow="1" bandRow="1">
                <a:tableStyleId>{5C22544A-7EE6-4342-B048-85BDC9FD1C3A}</a:tableStyleId>
              </a:tblPr>
              <a:tblGrid>
                <a:gridCol w="73152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32004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828800">
                  <a:extLst>
                    <a:ext uri="{9D8B030D-6E8A-4147-A177-3AD203B41FA5}">
                      <a16:colId xmlns:a16="http://schemas.microsoft.com/office/drawing/2014/main" val="20004"/>
                    </a:ext>
                  </a:extLst>
                </a:gridCol>
              </a:tblGrid>
              <a:tr h="370840">
                <a:tc>
                  <a:txBody>
                    <a:bodyPr/>
                    <a:lstStyle/>
                    <a:p>
                      <a:pPr latinLnBrk="0" eaLnBrk="1"/>
                      <a:r>
                        <a:rPr sz="1100" b="1">
                          <a:solidFill>
                            <a:srgbClr val="FFFFFF"/>
                          </a:solidFill>
                          <a:latin typeface="Arial"/>
                        </a:rPr>
                        <a:t>Version</a:t>
                      </a:r>
                      <a:endParaRPr lang="ko-KR" altLang="en-US" sz="1400" dirty="0"/>
                    </a:p>
                  </a:txBody>
                  <a:tcPr marL="108000" anchor="ctr"/>
                </a:tc>
                <a:tc>
                  <a:txBody>
                    <a:bodyPr/>
                    <a:lstStyle/>
                    <a:p>
                      <a:pPr latinLnBrk="0" eaLnBrk="1"/>
                      <a:r>
                        <a:rPr sz="1100" b="1">
                          <a:solidFill>
                            <a:srgbClr val="FFFFFF"/>
                          </a:solidFill>
                          <a:latin typeface="Arial"/>
                        </a:rPr>
                        <a:t>Date</a:t>
                      </a:r>
                      <a:endParaRPr lang="ko-KR" altLang="en-US" sz="1400" dirty="0"/>
                    </a:p>
                  </a:txBody>
                  <a:tcPr marL="108000" anchor="ctr"/>
                </a:tc>
                <a:tc>
                  <a:txBody>
                    <a:bodyPr/>
                    <a:lstStyle/>
                    <a:p>
                      <a:pPr latinLnBrk="0" eaLnBrk="1"/>
                      <a:r>
                        <a:rPr sz="1100" b="1">
                          <a:solidFill>
                            <a:srgbClr val="FFFFFF"/>
                          </a:solidFill>
                          <a:latin typeface="Arial"/>
                        </a:rPr>
                        <a:t>Description</a:t>
                      </a:r>
                      <a:endParaRPr lang="ko-KR" altLang="en-US" sz="1400" dirty="0"/>
                    </a:p>
                  </a:txBody>
                  <a:tcPr marL="108000" anchor="ctr"/>
                </a:tc>
                <a:tc>
                  <a:txBody>
                    <a:bodyPr/>
                    <a:lstStyle/>
                    <a:p>
                      <a:pPr latinLnBrk="0" eaLnBrk="1"/>
                      <a:r>
                        <a:rPr sz="1100" b="1">
                          <a:solidFill>
                            <a:srgbClr val="FFFFFF"/>
                          </a:solidFill>
                          <a:latin typeface="Arial"/>
                        </a:rPr>
                        <a:t>Author</a:t>
                      </a:r>
                      <a:endParaRPr lang="ko-KR" altLang="en-US" sz="1400" dirty="0"/>
                    </a:p>
                  </a:txBody>
                  <a:tcPr marL="108000" anchor="ctr"/>
                </a:tc>
                <a:tc>
                  <a:txBody>
                    <a:bodyPr/>
                    <a:lstStyle/>
                    <a:p>
                      <a:pPr latinLnBrk="0" eaLnBrk="1"/>
                      <a:r>
                        <a:rPr sz="1100" b="1">
                          <a:solidFill>
                            <a:srgbClr val="FFFFFF"/>
                          </a:solidFill>
                          <a:latin typeface="Arial"/>
                        </a:rPr>
                        <a:t>Related App Version</a:t>
                      </a:r>
                      <a:endParaRPr lang="ko-KR" altLang="en-US" sz="1400" dirty="0"/>
                    </a:p>
                  </a:txBody>
                  <a:tcPr marL="108000" anchor="ctr"/>
                </a:tc>
                <a:extLst>
                  <a:ext uri="{0D108BD9-81ED-4DB2-BD59-A6C34878D82A}">
                    <a16:rowId xmlns:a16="http://schemas.microsoft.com/office/drawing/2014/main" val="10000"/>
                  </a:ext>
                </a:extLst>
              </a:tr>
              <a:tr h="370840">
                <a:tc>
                  <a:txBody>
                    <a:bodyPr/>
                    <a:lstStyle/>
                    <a:p>
                      <a:pPr latinLnBrk="0" eaLnBrk="1"/>
                      <a:r>
                        <a:rPr sz="1000" b="0">
                          <a:solidFill>
                            <a:srgbClr val="262626"/>
                          </a:solidFill>
                          <a:latin typeface="Arial"/>
                        </a:rPr>
                        <a:t>1.0</a:t>
                      </a:r>
                      <a:endParaRPr lang="ko-KR" altLang="en-US" sz="1400" i="0" dirty="0">
                        <a:solidFill>
                          <a:srgbClr val="94C46F"/>
                        </a:solidFill>
                      </a:endParaRPr>
                    </a:p>
                  </a:txBody>
                  <a:tcPr marL="108000" anchor="ctr"/>
                </a:tc>
                <a:tc>
                  <a:txBody>
                    <a:bodyPr/>
                    <a:lstStyle/>
                    <a:p>
                      <a:pPr latinLnBrk="0" eaLnBrk="1"/>
                      <a:r>
                        <a:rPr sz="1000" b="0">
                          <a:solidFill>
                            <a:srgbClr val="262626"/>
                          </a:solidFill>
                          <a:latin typeface="Arial"/>
                        </a:rPr>
                        <a:t>2026.10.17</a:t>
                      </a:r>
                      <a:endParaRPr lang="ko-KR" altLang="en-US" sz="1400" i="0" dirty="0">
                        <a:solidFill>
                          <a:srgbClr val="94C46F"/>
                        </a:solidFill>
                      </a:endParaRPr>
                    </a:p>
                  </a:txBody>
                  <a:tcPr marL="108000" anchor="ctr"/>
                </a:tc>
                <a:tc>
                  <a:txBody>
                    <a:bodyPr/>
                    <a:lstStyle/>
                    <a:p>
                      <a:pPr marL="0" indent="0" latinLnBrk="0" eaLnBrk="1">
                        <a:buFont typeface="Arial" pitchFamily="34" charset="0"/>
                        <a:buNone/>
                      </a:pPr>
                      <a:r>
                        <a:rPr sz="1000" b="0">
                          <a:solidFill>
                            <a:srgbClr val="262626"/>
                          </a:solidFill>
                          <a:latin typeface="Arial"/>
                        </a:rPr>
                        <a:t>First UI description (first submission)</a:t>
                      </a:r>
                    </a:p>
                  </a:txBody>
                  <a:tcPr marL="108000" anchor="ctr"/>
                </a:tc>
                <a:tc>
                  <a:txBody>
                    <a:bodyPr/>
                    <a:lstStyle/>
                    <a:p>
                      <a:pPr latinLnBrk="0" eaLnBrk="1">
                        <a:buFont typeface="Arial" pitchFamily="34" charset="0"/>
                        <a:buNone/>
                      </a:pPr>
                      <a:r>
                        <a:rPr sz="1000" b="0">
                          <a:solidFill>
                            <a:srgbClr val="262626"/>
                          </a:solidFill>
                          <a:latin typeface="Arial"/>
                        </a:rPr>
                        <a:t>John Costa</a:t>
                      </a:r>
                      <a:endParaRPr lang="en-US" altLang="ko-KR" sz="1400" i="0" dirty="0">
                        <a:solidFill>
                          <a:srgbClr val="94C46F"/>
                        </a:solidFill>
                      </a:endParaRPr>
                    </a:p>
                  </a:txBody>
                  <a:tcPr marL="10800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sz="1000" b="0">
                          <a:solidFill>
                            <a:srgbClr val="262626"/>
                          </a:solidFill>
                          <a:latin typeface="Arial"/>
                        </a:rPr>
                        <a:t>0.2.1</a:t>
                      </a:r>
                      <a:endParaRPr lang="ko-KR" altLang="en-US" sz="1400" i="0" dirty="0">
                        <a:solidFill>
                          <a:srgbClr val="94C46F"/>
                        </a:solidFill>
                      </a:endParaRPr>
                    </a:p>
                  </a:txBody>
                  <a:tcPr marL="108000" anchor="ctr"/>
                </a:tc>
                <a:extLst>
                  <a:ext uri="{0D108BD9-81ED-4DB2-BD59-A6C34878D82A}">
                    <a16:rowId xmlns:a16="http://schemas.microsoft.com/office/drawing/2014/main" val="10001"/>
                  </a:ext>
                </a:extLst>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p:cNvSpPr>
            <a:spLocks noGrp="1"/>
          </p:cNvSpPr>
          <p:nvPr>
            <p:ph type="title"/>
          </p:nvPr>
        </p:nvSpPr>
        <p:spPr>
          <a:prstGeom prst="rect">
            <a:avLst/>
          </a:prstGeom>
        </p:spPr>
        <p:txBody>
          <a:bodyPr/>
          <a:lstStyle/>
          <a:p>
            <a:r>
              <a:rPr lang="en-US" altLang="ko-KR" dirty="0"/>
              <a:t>Contents</a:t>
            </a:r>
            <a:endParaRPr lang="ko-KR" altLang="en-US" dirty="0"/>
          </a:p>
        </p:txBody>
      </p:sp>
      <p:sp>
        <p:nvSpPr>
          <p:cNvPr id="4" name="Slide Number Placeholder 3"/>
          <p:cNvSpPr>
            <a:spLocks noGrp="1"/>
          </p:cNvSpPr>
          <p:nvPr>
            <p:ph type="sldNum" sz="quarter" idx="4"/>
          </p:nvPr>
        </p:nvSpPr>
        <p:spPr/>
        <p:txBody>
          <a:bodyPr/>
          <a:lstStyle/>
          <a:p>
            <a:fld id="{42AF35AD-09C2-4EBD-8934-72FD947EF48F}" type="slidenum">
              <a:rPr lang="pl-PL" smtClean="0"/>
              <a:pPr/>
              <a:t>4</a:t>
            </a:fld>
            <a:endParaRPr lang="pl-PL" dirty="0"/>
          </a:p>
        </p:txBody>
      </p:sp>
      <p:sp>
        <p:nvSpPr>
          <p:cNvPr id="15" name="Rectangle 6"/>
          <p:cNvSpPr txBox="1">
            <a:spLocks noChangeArrowheads="1"/>
          </p:cNvSpPr>
          <p:nvPr/>
        </p:nvSpPr>
        <p:spPr bwMode="auto">
          <a:xfrm>
            <a:off x="527051" y="2501900"/>
            <a:ext cx="6997278" cy="402272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vert="horz" wrap="square" lIns="0" tIns="0" rIns="0" bIns="0" numCol="1" anchor="t" anchorCtr="0" compatLnSpc="1">
            <a:prstTxWarp prst="textNoShape">
              <a:avLst/>
            </a:prstTxWarp>
          </a:bodyPr>
          <a:lstStyle>
            <a:lvl1pPr marL="0" indent="0" algn="l" rtl="0" eaLnBrk="0" fontAlgn="base" hangingPunct="0">
              <a:lnSpc>
                <a:spcPct val="120000"/>
              </a:lnSpc>
              <a:spcBef>
                <a:spcPct val="0"/>
              </a:spcBef>
              <a:spcAft>
                <a:spcPct val="0"/>
              </a:spcAft>
              <a:buClr>
                <a:schemeClr val="tx1"/>
              </a:buClr>
              <a:buFont typeface="Symbol" pitchFamily="18" charset="2"/>
              <a:buNone/>
              <a:defRPr sz="1400" cap="none" baseline="0">
                <a:solidFill>
                  <a:srgbClr val="BFBFBF"/>
                </a:solidFill>
                <a:latin typeface="+mn-lt"/>
                <a:ea typeface="+mn-ea"/>
                <a:cs typeface="+mn-cs"/>
              </a:defRPr>
            </a:lvl1pPr>
            <a:lvl2pPr marL="179388" indent="0" algn="l" rtl="0" eaLnBrk="0" fontAlgn="base" hangingPunct="0">
              <a:lnSpc>
                <a:spcPct val="120000"/>
              </a:lnSpc>
              <a:spcBef>
                <a:spcPct val="0"/>
              </a:spcBef>
              <a:spcAft>
                <a:spcPct val="0"/>
              </a:spcAft>
              <a:buClr>
                <a:schemeClr val="tx1"/>
              </a:buClr>
              <a:buFont typeface="Symbol" charset="0"/>
              <a:buNone/>
              <a:defRPr sz="1600">
                <a:solidFill>
                  <a:schemeClr val="tx1"/>
                </a:solidFill>
                <a:latin typeface="+mn-lt"/>
                <a:ea typeface="Arial" charset="0"/>
                <a:cs typeface="+mn-cs"/>
              </a:defRPr>
            </a:lvl2pPr>
            <a:lvl3pPr marL="355600" indent="0" algn="l" rtl="0" eaLnBrk="0" fontAlgn="base" hangingPunct="0">
              <a:lnSpc>
                <a:spcPct val="120000"/>
              </a:lnSpc>
              <a:spcBef>
                <a:spcPct val="0"/>
              </a:spcBef>
              <a:spcAft>
                <a:spcPct val="0"/>
              </a:spcAft>
              <a:buClr>
                <a:schemeClr val="tx1"/>
              </a:buClr>
              <a:buFont typeface="Symbol" pitchFamily="18" charset="2"/>
              <a:buNone/>
              <a:defRPr sz="1600">
                <a:solidFill>
                  <a:schemeClr val="tx1"/>
                </a:solidFill>
                <a:latin typeface="+mn-lt"/>
                <a:ea typeface="Arial" charset="0"/>
                <a:cs typeface="+mn-cs"/>
              </a:defRPr>
            </a:lvl3pPr>
            <a:lvl4pPr marL="542925" indent="-188913" algn="l" rtl="0" eaLnBrk="0" fontAlgn="base" hangingPunct="0">
              <a:lnSpc>
                <a:spcPct val="105000"/>
              </a:lnSpc>
              <a:spcBef>
                <a:spcPct val="0"/>
              </a:spcBef>
              <a:spcAft>
                <a:spcPct val="0"/>
              </a:spcAft>
              <a:buClr>
                <a:schemeClr val="tx1"/>
              </a:buClr>
              <a:buFont typeface="Symbol" charset="0"/>
              <a:buChar char="-"/>
              <a:defRPr sz="1600">
                <a:solidFill>
                  <a:schemeClr val="tx1"/>
                </a:solidFill>
                <a:latin typeface="+mn-lt"/>
                <a:ea typeface="Arial" charset="0"/>
                <a:cs typeface="+mn-cs"/>
              </a:defRPr>
            </a:lvl4pPr>
            <a:lvl5pPr marL="714375" indent="-169863" algn="l" rtl="0" eaLnBrk="0" fontAlgn="base" hangingPunct="0">
              <a:lnSpc>
                <a:spcPct val="105000"/>
              </a:lnSpc>
              <a:spcBef>
                <a:spcPct val="0"/>
              </a:spcBef>
              <a:spcAft>
                <a:spcPct val="0"/>
              </a:spcAft>
              <a:buClr>
                <a:schemeClr val="tx1"/>
              </a:buClr>
              <a:buFont typeface="Symbol" charset="0"/>
              <a:buChar char="-"/>
              <a:defRPr sz="1600">
                <a:solidFill>
                  <a:schemeClr val="tx1"/>
                </a:solidFill>
                <a:latin typeface="+mn-lt"/>
                <a:ea typeface="Arial" charset="0"/>
                <a:cs typeface="+mn-cs"/>
              </a:defRPr>
            </a:lvl5pPr>
            <a:lvl6pPr marL="893763" indent="-179388" algn="l" rtl="0" eaLnBrk="1" fontAlgn="base" hangingPunct="1">
              <a:lnSpc>
                <a:spcPct val="105000"/>
              </a:lnSpc>
              <a:spcBef>
                <a:spcPct val="0"/>
              </a:spcBef>
              <a:spcAft>
                <a:spcPct val="0"/>
              </a:spcAft>
              <a:buClr>
                <a:schemeClr val="tx1"/>
              </a:buClr>
              <a:buFont typeface="Symbol" pitchFamily="18" charset="2"/>
              <a:buChar char="-"/>
              <a:defRPr sz="1600">
                <a:solidFill>
                  <a:schemeClr val="tx1"/>
                </a:solidFill>
                <a:latin typeface="+mn-lt"/>
                <a:ea typeface="Arial" charset="0"/>
                <a:cs typeface="+mn-cs"/>
              </a:defRPr>
            </a:lvl6pPr>
            <a:lvl7pPr marL="1628775" indent="-169863" algn="l" rtl="0" eaLnBrk="1" fontAlgn="base" hangingPunct="1">
              <a:lnSpc>
                <a:spcPts val="2400"/>
              </a:lnSpc>
              <a:spcBef>
                <a:spcPct val="0"/>
              </a:spcBef>
              <a:spcAft>
                <a:spcPct val="0"/>
              </a:spcAft>
              <a:buClr>
                <a:srgbClr val="CC0000"/>
              </a:buClr>
              <a:buChar char="•"/>
              <a:defRPr sz="1500">
                <a:solidFill>
                  <a:schemeClr val="tx1"/>
                </a:solidFill>
                <a:latin typeface="+mn-lt"/>
                <a:ea typeface="Arial" charset="0"/>
                <a:cs typeface="+mn-cs"/>
              </a:defRPr>
            </a:lvl7pPr>
            <a:lvl8pPr marL="2085975" indent="-169863" algn="l" rtl="0" eaLnBrk="1" fontAlgn="base" hangingPunct="1">
              <a:lnSpc>
                <a:spcPts val="2400"/>
              </a:lnSpc>
              <a:spcBef>
                <a:spcPct val="0"/>
              </a:spcBef>
              <a:spcAft>
                <a:spcPct val="0"/>
              </a:spcAft>
              <a:buClr>
                <a:srgbClr val="CC0000"/>
              </a:buClr>
              <a:buChar char="•"/>
              <a:defRPr sz="1500">
                <a:solidFill>
                  <a:schemeClr val="tx1"/>
                </a:solidFill>
                <a:latin typeface="+mn-lt"/>
                <a:ea typeface="Arial" charset="0"/>
                <a:cs typeface="+mn-cs"/>
              </a:defRPr>
            </a:lvl8pPr>
            <a:lvl9pPr marL="2543175" indent="-169863" algn="l" rtl="0" eaLnBrk="1" fontAlgn="base" hangingPunct="1">
              <a:lnSpc>
                <a:spcPts val="2400"/>
              </a:lnSpc>
              <a:spcBef>
                <a:spcPct val="0"/>
              </a:spcBef>
              <a:spcAft>
                <a:spcPct val="0"/>
              </a:spcAft>
              <a:buClr>
                <a:srgbClr val="CC0000"/>
              </a:buClr>
              <a:buChar char="•"/>
              <a:defRPr sz="1500">
                <a:solidFill>
                  <a:schemeClr val="tx1"/>
                </a:solidFill>
                <a:latin typeface="+mn-lt"/>
                <a:ea typeface="Arial" charset="0"/>
                <a:cs typeface="+mn-cs"/>
              </a:defRPr>
            </a:lvl9pPr>
          </a:lstStyle>
          <a:p>
            <a:pPr lvl="0" latinLnBrk="0">
              <a:buClr>
                <a:srgbClr val="000000"/>
              </a:buClr>
              <a:defRPr/>
            </a:pPr>
            <a:r>
              <a:rPr lang="en-US" b="1" kern="0" dirty="0">
                <a:solidFill>
                  <a:srgbClr val="374971"/>
                </a:solidFill>
                <a:cs typeface="Arial"/>
              </a:rPr>
              <a:t>UI Structure</a:t>
            </a:r>
            <a:endParaRPr lang="pl-PL" b="1" kern="0" dirty="0">
              <a:solidFill>
                <a:srgbClr val="374971"/>
              </a:solidFill>
              <a:cs typeface="Arial"/>
            </a:endParaRPr>
          </a:p>
          <a:p>
            <a:pPr lvl="0" latinLnBrk="0">
              <a:buClr>
                <a:srgbClr val="000000"/>
              </a:buClr>
              <a:defRPr/>
            </a:pPr>
            <a:r>
              <a:rPr lang="en-US" kern="0" dirty="0">
                <a:solidFill>
                  <a:srgbClr val="FFFFFF">
                    <a:lumMod val="75000"/>
                  </a:srgbClr>
                </a:solidFill>
                <a:cs typeface="Arial"/>
              </a:rPr>
              <a:t>Use Cases</a:t>
            </a:r>
            <a:endParaRPr lang="pl-PL" kern="0" dirty="0">
              <a:solidFill>
                <a:srgbClr val="FFFFFF">
                  <a:lumMod val="75000"/>
                </a:srgbClr>
              </a:solidFill>
              <a:cs typeface="Arial"/>
            </a:endParaRPr>
          </a:p>
          <a:p>
            <a:pPr lvl="0" latinLnBrk="0">
              <a:buClr>
                <a:srgbClr val="000000"/>
              </a:buClr>
              <a:defRPr/>
            </a:pPr>
            <a:r>
              <a:rPr lang="en-US" kern="0" dirty="0">
                <a:cs typeface="Arial"/>
              </a:rPr>
              <a:t>Menus and Functions</a:t>
            </a:r>
            <a:endParaRPr lang="pl-PL" kern="0" dirty="0">
              <a:cs typeface="Arial"/>
            </a:endParaRPr>
          </a:p>
          <a:p>
            <a:pPr lvl="0" latinLnBrk="0">
              <a:buClr>
                <a:srgbClr val="000000"/>
              </a:buClr>
              <a:defRPr/>
            </a:pPr>
            <a:r>
              <a:rPr lang="en-US" kern="0" dirty="0">
                <a:cs typeface="Arial"/>
              </a:rPr>
              <a:t>Remote Control Keys</a:t>
            </a:r>
            <a:endParaRPr lang="pl-PL" kern="0" dirty="0">
              <a:cs typeface="Arial"/>
            </a:endParaRPr>
          </a:p>
          <a:p>
            <a:pPr lvl="0" latinLnBrk="0">
              <a:buClr>
                <a:srgbClr val="000000"/>
              </a:buClr>
              <a:defRPr/>
            </a:pPr>
            <a:r>
              <a:rPr lang="en-US" kern="0" dirty="0">
                <a:cs typeface="Arial"/>
              </a:rPr>
              <a:t>Language Options</a:t>
            </a:r>
            <a:endParaRPr kumimoji="0" lang="en-US" sz="1400" b="0" i="0" u="none" strike="noStrike" kern="0" cap="none" spc="0" normalizeH="0" baseline="0" noProof="0" dirty="0">
              <a:ln>
                <a:noFill/>
              </a:ln>
              <a:solidFill>
                <a:srgbClr val="A6A6A6"/>
              </a:solidFill>
              <a:effectLst/>
              <a:uLnTx/>
              <a:uFillTx/>
              <a:latin typeface="Arial"/>
              <a:cs typeface="Arial"/>
            </a:endParaRPr>
          </a:p>
          <a:p>
            <a:pPr marL="0" marR="0" lvl="0" indent="0" algn="l" defTabSz="914400" rtl="0" eaLnBrk="0" fontAlgn="base" latinLnBrk="0" hangingPunct="0">
              <a:lnSpc>
                <a:spcPct val="120000"/>
              </a:lnSpc>
              <a:spcBef>
                <a:spcPct val="0"/>
              </a:spcBef>
              <a:spcAft>
                <a:spcPct val="0"/>
              </a:spcAft>
              <a:buClr>
                <a:srgbClr val="000000"/>
              </a:buClr>
              <a:buSzTx/>
              <a:buFont typeface="Symbol" pitchFamily="18" charset="2"/>
              <a:buNone/>
              <a:tabLst/>
              <a:defRPr/>
            </a:pPr>
            <a:endParaRPr kumimoji="0" lang="en-US" sz="1400" b="0" i="0" u="none" strike="noStrike" kern="0" cap="none" spc="0" normalizeH="0" baseline="0" noProof="0" dirty="0">
              <a:ln>
                <a:noFill/>
              </a:ln>
              <a:solidFill>
                <a:srgbClr val="A6A6A6"/>
              </a:solidFill>
              <a:effectLst/>
              <a:uLnTx/>
              <a:uFillTx/>
              <a:latin typeface="Arial"/>
              <a:cs typeface="Arial"/>
            </a:endParaRPr>
          </a:p>
          <a:p>
            <a:pPr marL="0" marR="0" lvl="0" indent="0" algn="l" defTabSz="914400" rtl="0" eaLnBrk="0" fontAlgn="base" latinLnBrk="0" hangingPunct="0">
              <a:lnSpc>
                <a:spcPct val="120000"/>
              </a:lnSpc>
              <a:spcBef>
                <a:spcPct val="0"/>
              </a:spcBef>
              <a:spcAft>
                <a:spcPct val="0"/>
              </a:spcAft>
              <a:buClr>
                <a:srgbClr val="000000"/>
              </a:buClr>
              <a:buSzTx/>
              <a:buFont typeface="Symbol" pitchFamily="18" charset="2"/>
              <a:buNone/>
              <a:tabLst/>
              <a:defRPr/>
            </a:pPr>
            <a:endParaRPr kumimoji="0" lang="en-US" sz="1400" b="0" i="0" u="none" strike="noStrike" kern="0" cap="none" spc="0" normalizeH="0" baseline="0" noProof="0" dirty="0">
              <a:ln>
                <a:noFill/>
              </a:ln>
              <a:solidFill>
                <a:srgbClr val="BFBFBF"/>
              </a:solidFill>
              <a:effectLst/>
              <a:uLnTx/>
              <a:uFillTx/>
              <a:latin typeface="Arial"/>
              <a:cs typeface="Arial"/>
            </a:endParaRPr>
          </a:p>
          <a:p>
            <a:pPr marL="0" marR="0" lvl="0" indent="0" algn="l" defTabSz="914400" rtl="0" eaLnBrk="0" fontAlgn="base" latinLnBrk="0" hangingPunct="0">
              <a:lnSpc>
                <a:spcPct val="120000"/>
              </a:lnSpc>
              <a:spcBef>
                <a:spcPct val="0"/>
              </a:spcBef>
              <a:spcAft>
                <a:spcPct val="0"/>
              </a:spcAft>
              <a:buClr>
                <a:srgbClr val="000000"/>
              </a:buClr>
              <a:buSzTx/>
              <a:buFont typeface="Symbol" pitchFamily="18" charset="2"/>
              <a:buNone/>
              <a:tabLst/>
              <a:defRPr/>
            </a:pPr>
            <a:endParaRPr kumimoji="0" lang="en-US" sz="1400" b="0" i="0" u="none" strike="noStrike" kern="0" cap="none" spc="0" normalizeH="0" baseline="0" noProof="0" dirty="0">
              <a:ln>
                <a:noFill/>
              </a:ln>
              <a:solidFill>
                <a:srgbClr val="BFBFBF"/>
              </a:solidFill>
              <a:effectLst/>
              <a:uLnTx/>
              <a:uFillTx/>
              <a:latin typeface="Arial"/>
              <a:cs typeface="Arial"/>
            </a:endParaRPr>
          </a:p>
          <a:p>
            <a:pPr marL="0" marR="0" lvl="0" indent="0" algn="l" defTabSz="914400" rtl="0" eaLnBrk="0" fontAlgn="base" latinLnBrk="0" hangingPunct="0">
              <a:lnSpc>
                <a:spcPct val="120000"/>
              </a:lnSpc>
              <a:spcBef>
                <a:spcPct val="0"/>
              </a:spcBef>
              <a:spcAft>
                <a:spcPct val="0"/>
              </a:spcAft>
              <a:buClr>
                <a:srgbClr val="000000"/>
              </a:buClr>
              <a:buSzTx/>
              <a:buFont typeface="Symbol" pitchFamily="18" charset="2"/>
              <a:buNone/>
              <a:tabLst/>
              <a:defRPr/>
            </a:pPr>
            <a:endParaRPr kumimoji="0" lang="en-US" sz="1400" b="0" i="0" u="none" strike="noStrike" kern="0" cap="none" spc="0" normalizeH="0" baseline="0" noProof="0" dirty="0">
              <a:ln>
                <a:noFill/>
              </a:ln>
              <a:solidFill>
                <a:srgbClr val="BFBFBF"/>
              </a:solidFill>
              <a:effectLst/>
              <a:uLnTx/>
              <a:uFillTx/>
              <a:latin typeface="Arial"/>
              <a:cs typeface="Arial"/>
            </a:endParaRPr>
          </a:p>
        </p:txBody>
      </p:sp>
      <p:grpSp>
        <p:nvGrpSpPr>
          <p:cNvPr id="16" name="Grupp 3"/>
          <p:cNvGrpSpPr>
            <a:grpSpLocks/>
          </p:cNvGrpSpPr>
          <p:nvPr/>
        </p:nvGrpSpPr>
        <p:grpSpPr bwMode="auto">
          <a:xfrm>
            <a:off x="0" y="2479675"/>
            <a:ext cx="331788" cy="323850"/>
            <a:chOff x="3044126" y="1710821"/>
            <a:chExt cx="331004" cy="547536"/>
          </a:xfrm>
        </p:grpSpPr>
        <p:sp>
          <p:nvSpPr>
            <p:cNvPr id="17" name="Rektangel med rundade hörn 4"/>
            <p:cNvSpPr/>
            <p:nvPr/>
          </p:nvSpPr>
          <p:spPr>
            <a:xfrm>
              <a:off x="3044126" y="1710821"/>
              <a:ext cx="221725" cy="544853"/>
            </a:xfrm>
            <a:prstGeom prst="roundRect">
              <a:avLst>
                <a:gd name="adj" fmla="val 0"/>
              </a:avLst>
            </a:prstGeom>
            <a:gradFill flip="none" rotWithShape="1">
              <a:gsLst>
                <a:gs pos="0">
                  <a:srgbClr val="2B3957"/>
                </a:gs>
                <a:gs pos="79000">
                  <a:srgbClr val="516BA5"/>
                </a:gs>
              </a:gsLst>
              <a:lin ang="0" scaled="1"/>
              <a:tileRect/>
            </a:gradFill>
            <a:ln w="12700" cap="flat" cmpd="sng" algn="ctr">
              <a:noFill/>
              <a:prstDash val="solid"/>
            </a:ln>
            <a:effectLst/>
          </p:spPr>
          <p:txBody>
            <a:bodyPr lIns="0" tIns="0" rIns="0" bIns="0"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sv-SE" sz="1000" b="0" i="0" u="none" strike="noStrike" kern="0" cap="none" spc="0" normalizeH="0" baseline="0" noProof="0" dirty="0">
                <a:ln>
                  <a:noFill/>
                </a:ln>
                <a:solidFill>
                  <a:srgbClr val="FFFFFF"/>
                </a:solidFill>
                <a:effectLst/>
                <a:uLnTx/>
                <a:uFillTx/>
                <a:latin typeface="Helvetica Neue"/>
                <a:cs typeface="Helvetica Neue"/>
              </a:endParaRPr>
            </a:p>
          </p:txBody>
        </p:sp>
        <p:sp>
          <p:nvSpPr>
            <p:cNvPr id="18" name="Likbent triangel 5"/>
            <p:cNvSpPr/>
            <p:nvPr/>
          </p:nvSpPr>
          <p:spPr>
            <a:xfrm rot="5400000">
              <a:off x="3045931" y="1929157"/>
              <a:ext cx="547536" cy="110862"/>
            </a:xfrm>
            <a:prstGeom prst="triangle">
              <a:avLst/>
            </a:prstGeom>
            <a:solidFill>
              <a:srgbClr val="516BA5"/>
            </a:solidFill>
            <a:ln w="9525" cap="flat" cmpd="sng" algn="ctr">
              <a:noFill/>
              <a:prstDash val="solid"/>
            </a:ln>
            <a:effectLst/>
          </p:spPr>
          <p:txBody>
            <a:bodyPr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sv-SE" sz="1500" b="0" i="0" u="none" strike="noStrike" kern="0" cap="none" spc="0" normalizeH="0" baseline="0" noProof="0">
                <a:ln>
                  <a:noFill/>
                </a:ln>
                <a:solidFill>
                  <a:srgbClr val="FFFFFF"/>
                </a:solidFill>
                <a:effectLst/>
                <a:uLnTx/>
                <a:uFillTx/>
                <a:latin typeface="Arial"/>
                <a:cs typeface="Arial"/>
              </a:endParaRPr>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p:cNvSpPr>
            <a:spLocks noGrp="1"/>
          </p:cNvSpPr>
          <p:nvPr>
            <p:ph type="title"/>
          </p:nvPr>
        </p:nvSpPr>
        <p:spPr>
          <a:prstGeom prst="rect">
            <a:avLst/>
          </a:prstGeom>
        </p:spPr>
        <p:txBody>
          <a:bodyPr/>
          <a:lstStyle/>
          <a:p>
            <a:r>
              <a:rPr lang="en-US" altLang="ko-KR" dirty="0"/>
              <a:t>UI Structure</a:t>
            </a:r>
            <a:endParaRPr lang="ko-KR" altLang="en-US" dirty="0"/>
          </a:p>
        </p:txBody>
      </p:sp>
      <p:sp>
        <p:nvSpPr>
          <p:cNvPr id="4" name="Slide Number Placeholder 3"/>
          <p:cNvSpPr>
            <a:spLocks noGrp="1"/>
          </p:cNvSpPr>
          <p:nvPr>
            <p:ph type="sldNum" sz="quarter" idx="4"/>
          </p:nvPr>
        </p:nvSpPr>
        <p:spPr/>
        <p:txBody>
          <a:bodyPr/>
          <a:lstStyle/>
          <a:p>
            <a:fld id="{42AF35AD-09C2-4EBD-8934-72FD947EF48F}" type="slidenum">
              <a:rPr lang="pl-PL" smtClean="0"/>
              <a:pPr/>
              <a:t>6</a:t>
            </a:fld>
            <a:endParaRPr lang="pl-PL" dirty="0"/>
          </a:p>
        </p:txBody>
      </p:sp>
      <p:sp>
        <p:nvSpPr>
          <p:cNvPr id="6" name="제목 1"/>
          <p:cNvSpPr txBox="1">
            <a:spLocks/>
          </p:cNvSpPr>
          <p:nvPr/>
        </p:nvSpPr>
        <p:spPr>
          <a:xfrm>
            <a:off x="2123728" y="980728"/>
            <a:ext cx="6563072" cy="615603"/>
          </a:xfrm>
          <a:prstGeom prst="rect">
            <a:avLst/>
          </a:prstGeom>
        </p:spPr>
        <p:txBody>
          <a:bodyPr vert="horz" lIns="91440" tIns="45720" rIns="91440" bIns="45720" rtlCol="0" anchor="ctr">
            <a:noAutofit/>
          </a:bodyPr>
          <a:lstStyle>
            <a:lvl1pPr algn="r" rtl="0" eaLnBrk="1" latinLnBrk="1" hangingPunct="1">
              <a:spcBef>
                <a:spcPct val="0"/>
              </a:spcBef>
              <a:buNone/>
              <a:defRPr kumimoji="0" sz="2800" b="0" kern="1200">
                <a:ln>
                  <a:noFill/>
                </a:ln>
                <a:solidFill>
                  <a:srgbClr val="374971"/>
                </a:solidFill>
                <a:effectLst/>
                <a:latin typeface="+mj-lt"/>
                <a:ea typeface="+mj-ea"/>
                <a:cs typeface="+mj-cs"/>
              </a:defRPr>
            </a:lvl1pPr>
          </a:lstStyle>
          <a:p>
            <a:pPr latinLnBrk="0" eaLnBrk="1"/>
            <a:r>
              <a:rPr>
                <a:solidFill>
                  <a:srgbClr val="34497A"/>
                </a:solidFill>
              </a:rPr>
              <a:t>Flow Graph</a:t>
            </a:r>
          </a:p>
        </p:txBody>
      </p:sp>
      <p:sp>
        <p:nvSpPr>
          <p:cNvPr id="8" name="Content Placeholder 5">
            <a:extLst>
              <a:ext uri="{FF2B5EF4-FFF2-40B4-BE49-F238E27FC236}">
                <a16:creationId xmlns:a16="http://schemas.microsoft.com/office/drawing/2014/main" id="{F9BF8AC7-9AB6-492A-9B04-1C39948D08AC}"/>
              </a:ext>
            </a:extLst>
          </p:cNvPr>
          <p:cNvSpPr>
            <a:spLocks noGrp="1"/>
          </p:cNvSpPr>
          <p:nvPr>
            <p:ph idx="1"/>
          </p:nvPr>
        </p:nvSpPr>
        <p:spPr>
          <a:xfrm>
            <a:off x="457200" y="1592629"/>
            <a:ext cx="8229600" cy="640080"/>
          </a:xfrm>
        </p:spPr>
        <p:txBody>
          <a:bodyPr/>
          <a:lstStyle/>
          <a:p>
            <a:pPr latinLnBrk="0" eaLnBrk="1"/>
            <a:r>
              <a:rPr sz="1200">
                <a:solidFill>
                  <a:srgbClr val="262626"/>
                </a:solidFill>
              </a:rPr>
              <a:t>All screens and navigation paths. RETURN always goes back one level; the list chip in the top bar goes back to the list selection.</a:t>
            </a:r>
          </a:p>
        </p:txBody>
      </p:sp>
      <p:sp>
        <p:nvSpPr>
          <p:cNvPr id="9" name="Rounded Rectangle 8"/>
          <p:cNvSpPr/>
          <p:nvPr/>
        </p:nvSpPr>
        <p:spPr>
          <a:xfrm>
            <a:off x="228600" y="3749039"/>
            <a:ext cx="1051560" cy="502920"/>
          </a:xfrm>
          <a:prstGeom prst="roundRect">
            <a:avLst>
              <a:gd name="adj" fmla="val 18000"/>
            </a:avLst>
          </a:prstGeom>
          <a:solidFill>
            <a:srgbClr val="DCE6F1"/>
          </a:solidFill>
          <a:ln w="12700">
            <a:solidFill>
              <a:srgbClr val="5B7BAE"/>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900" b="1">
                <a:solidFill>
                  <a:srgbClr val="34497A"/>
                </a:solidFill>
              </a:rPr>
              <a:t>Splash</a:t>
            </a:r>
          </a:p>
          <a:p>
            <a:pPr algn="ctr"/>
            <a:r>
              <a:rPr sz="750">
                <a:solidFill>
                  <a:srgbClr val="262626"/>
                </a:solidFill>
              </a:rPr>
              <a:t>app launch</a:t>
            </a:r>
          </a:p>
        </p:txBody>
      </p:sp>
      <p:sp>
        <p:nvSpPr>
          <p:cNvPr id="10" name="Rounded Rectangle 9"/>
          <p:cNvSpPr/>
          <p:nvPr/>
        </p:nvSpPr>
        <p:spPr>
          <a:xfrm>
            <a:off x="1554480" y="2148840"/>
            <a:ext cx="1463040" cy="548640"/>
          </a:xfrm>
          <a:prstGeom prst="roundRect">
            <a:avLst>
              <a:gd name="adj" fmla="val 18000"/>
            </a:avLst>
          </a:prstGeom>
          <a:solidFill>
            <a:srgbClr val="DCE6F1"/>
          </a:solidFill>
          <a:ln w="12700">
            <a:solidFill>
              <a:srgbClr val="5B7BAE"/>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900" b="1">
                <a:solidFill>
                  <a:srgbClr val="34497A"/>
                </a:solidFill>
              </a:rPr>
              <a:t>Connect your playlist</a:t>
            </a:r>
          </a:p>
          <a:p>
            <a:pPr algn="ctr"/>
            <a:r>
              <a:rPr sz="750">
                <a:solidFill>
                  <a:srgbClr val="262626"/>
                </a:solidFill>
              </a:rPr>
              <a:t>Xtream Codes / M3U</a:t>
            </a:r>
          </a:p>
        </p:txBody>
      </p:sp>
      <p:sp>
        <p:nvSpPr>
          <p:cNvPr id="11" name="Rounded Rectangle 10"/>
          <p:cNvSpPr/>
          <p:nvPr/>
        </p:nvSpPr>
        <p:spPr>
          <a:xfrm>
            <a:off x="1554480" y="2926080"/>
            <a:ext cx="1463040" cy="457200"/>
          </a:xfrm>
          <a:prstGeom prst="roundRect">
            <a:avLst>
              <a:gd name="adj" fmla="val 18000"/>
            </a:avLst>
          </a:prstGeom>
          <a:solidFill>
            <a:srgbClr val="DCE6F1"/>
          </a:solidFill>
          <a:ln w="12700">
            <a:solidFill>
              <a:srgbClr val="5B7BAE"/>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900" b="1">
                <a:solidFill>
                  <a:srgbClr val="34497A"/>
                </a:solidFill>
              </a:rPr>
              <a:t>Import progress</a:t>
            </a:r>
          </a:p>
        </p:txBody>
      </p:sp>
      <p:sp>
        <p:nvSpPr>
          <p:cNvPr id="12" name="Rounded Rectangle 11"/>
          <p:cNvSpPr/>
          <p:nvPr/>
        </p:nvSpPr>
        <p:spPr>
          <a:xfrm>
            <a:off x="1554480" y="3703320"/>
            <a:ext cx="1463040" cy="594360"/>
          </a:xfrm>
          <a:prstGeom prst="roundRect">
            <a:avLst>
              <a:gd name="adj" fmla="val 18000"/>
            </a:avLst>
          </a:prstGeom>
          <a:solidFill>
            <a:srgbClr val="DCE6F1"/>
          </a:solidFill>
          <a:ln w="12700">
            <a:solidFill>
              <a:srgbClr val="5B7BAE"/>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900" b="1">
                <a:solidFill>
                  <a:srgbClr val="34497A"/>
                </a:solidFill>
              </a:rPr>
              <a:t>Select or Add your list</a:t>
            </a:r>
          </a:p>
          <a:p>
            <a:pPr algn="ctr"/>
            <a:r>
              <a:rPr sz="750">
                <a:solidFill>
                  <a:srgbClr val="262626"/>
                </a:solidFill>
              </a:rPr>
              <a:t>one card per playlist</a:t>
            </a:r>
          </a:p>
        </p:txBody>
      </p:sp>
      <p:sp>
        <p:nvSpPr>
          <p:cNvPr id="13" name="Rounded Rectangle 12"/>
          <p:cNvSpPr/>
          <p:nvPr/>
        </p:nvSpPr>
        <p:spPr>
          <a:xfrm>
            <a:off x="1554480" y="4663440"/>
            <a:ext cx="1463040" cy="457200"/>
          </a:xfrm>
          <a:prstGeom prst="roundRect">
            <a:avLst>
              <a:gd name="adj" fmla="val 18000"/>
            </a:avLst>
          </a:prstGeom>
          <a:solidFill>
            <a:srgbClr val="DCE6F1"/>
          </a:solidFill>
          <a:ln w="12700">
            <a:solidFill>
              <a:srgbClr val="5B7BAE"/>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900" b="1">
                <a:solidFill>
                  <a:srgbClr val="34497A"/>
                </a:solidFill>
              </a:rPr>
              <a:t>Exit confirmation</a:t>
            </a:r>
          </a:p>
          <a:p>
            <a:pPr algn="ctr"/>
            <a:r>
              <a:rPr sz="750">
                <a:solidFill>
                  <a:srgbClr val="262626"/>
                </a:solidFill>
              </a:rPr>
              <a:t>RETURN on the list screen</a:t>
            </a:r>
          </a:p>
        </p:txBody>
      </p:sp>
      <p:sp>
        <p:nvSpPr>
          <p:cNvPr id="14" name="Rounded Rectangle 13"/>
          <p:cNvSpPr/>
          <p:nvPr/>
        </p:nvSpPr>
        <p:spPr>
          <a:xfrm>
            <a:off x="3337560" y="2148840"/>
            <a:ext cx="1691640" cy="685800"/>
          </a:xfrm>
          <a:prstGeom prst="roundRect">
            <a:avLst>
              <a:gd name="adj" fmla="val 18000"/>
            </a:avLst>
          </a:prstGeom>
          <a:solidFill>
            <a:srgbClr val="DCE6F1"/>
          </a:solidFill>
          <a:ln w="12700">
            <a:solidFill>
              <a:srgbClr val="5B7BAE"/>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900" b="1">
                <a:solidFill>
                  <a:srgbClr val="34497A"/>
                </a:solidFill>
              </a:rPr>
              <a:t>Settings</a:t>
            </a:r>
          </a:p>
          <a:p>
            <a:pPr algn="ctr"/>
            <a:r>
              <a:rPr sz="750">
                <a:solidFill>
                  <a:srgbClr val="262626"/>
                </a:solidFill>
              </a:rPr>
              <a:t>Integrations · Playlists · Playback · Accessibility · About</a:t>
            </a:r>
          </a:p>
        </p:txBody>
      </p:sp>
      <p:sp>
        <p:nvSpPr>
          <p:cNvPr id="15" name="Rounded Rectangle 14"/>
          <p:cNvSpPr/>
          <p:nvPr/>
        </p:nvSpPr>
        <p:spPr>
          <a:xfrm>
            <a:off x="3337560" y="3017520"/>
            <a:ext cx="1691640" cy="548640"/>
          </a:xfrm>
          <a:prstGeom prst="roundRect">
            <a:avLst>
              <a:gd name="adj" fmla="val 18000"/>
            </a:avLst>
          </a:prstGeom>
          <a:solidFill>
            <a:srgbClr val="DCE6F1"/>
          </a:solidFill>
          <a:ln w="12700">
            <a:solidFill>
              <a:srgbClr val="5B7BAE"/>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900" b="1">
                <a:solidFill>
                  <a:srgbClr val="34497A"/>
                </a:solidFill>
              </a:rPr>
              <a:t>List actions</a:t>
            </a:r>
          </a:p>
          <a:p>
            <a:pPr algn="ctr"/>
            <a:r>
              <a:rPr sz="750">
                <a:solidFill>
                  <a:srgbClr val="262626"/>
                </a:solidFill>
              </a:rPr>
              <a:t>Resync · Edit · Delete · Configure</a:t>
            </a:r>
          </a:p>
        </p:txBody>
      </p:sp>
      <p:sp>
        <p:nvSpPr>
          <p:cNvPr id="16" name="Rounded Rectangle 15"/>
          <p:cNvSpPr/>
          <p:nvPr/>
        </p:nvSpPr>
        <p:spPr>
          <a:xfrm>
            <a:off x="3337560" y="3749039"/>
            <a:ext cx="1691640" cy="548640"/>
          </a:xfrm>
          <a:prstGeom prst="roundRect">
            <a:avLst>
              <a:gd name="adj" fmla="val 18000"/>
            </a:avLst>
          </a:prstGeom>
          <a:solidFill>
            <a:srgbClr val="DCE6F1"/>
          </a:solidFill>
          <a:ln w="12700">
            <a:solidFill>
              <a:srgbClr val="5B7BAE"/>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900" b="1">
                <a:solidFill>
                  <a:srgbClr val="34497A"/>
                </a:solidFill>
              </a:rPr>
              <a:t>Home</a:t>
            </a:r>
          </a:p>
          <a:p>
            <a:pPr algn="ctr"/>
            <a:r>
              <a:rPr sz="750">
                <a:solidFill>
                  <a:srgbClr val="262626"/>
                </a:solidFill>
              </a:rPr>
              <a:t>top bar + rows</a:t>
            </a:r>
          </a:p>
        </p:txBody>
      </p:sp>
      <p:sp>
        <p:nvSpPr>
          <p:cNvPr id="17" name="Rounded Rectangle 16"/>
          <p:cNvSpPr/>
          <p:nvPr/>
        </p:nvSpPr>
        <p:spPr>
          <a:xfrm>
            <a:off x="5349240" y="2148840"/>
            <a:ext cx="1600200" cy="548640"/>
          </a:xfrm>
          <a:prstGeom prst="roundRect">
            <a:avLst>
              <a:gd name="adj" fmla="val 18000"/>
            </a:avLst>
          </a:prstGeom>
          <a:solidFill>
            <a:srgbClr val="DCE6F1"/>
          </a:solidFill>
          <a:ln w="12700">
            <a:solidFill>
              <a:srgbClr val="5B7BAE"/>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900" b="1">
                <a:solidFill>
                  <a:srgbClr val="34497A"/>
                </a:solidFill>
              </a:rPr>
              <a:t>Live TV</a:t>
            </a:r>
          </a:p>
          <a:p>
            <a:pPr algn="ctr"/>
            <a:r>
              <a:rPr sz="750">
                <a:solidFill>
                  <a:srgbClr val="262626"/>
                </a:solidFill>
              </a:rPr>
              <a:t>categories → channels + guide</a:t>
            </a:r>
          </a:p>
        </p:txBody>
      </p:sp>
      <p:sp>
        <p:nvSpPr>
          <p:cNvPr id="18" name="Rounded Rectangle 17"/>
          <p:cNvSpPr/>
          <p:nvPr/>
        </p:nvSpPr>
        <p:spPr>
          <a:xfrm>
            <a:off x="5349240" y="2880360"/>
            <a:ext cx="1600200" cy="548640"/>
          </a:xfrm>
          <a:prstGeom prst="roundRect">
            <a:avLst>
              <a:gd name="adj" fmla="val 18000"/>
            </a:avLst>
          </a:prstGeom>
          <a:solidFill>
            <a:srgbClr val="DCE6F1"/>
          </a:solidFill>
          <a:ln w="12700">
            <a:solidFill>
              <a:srgbClr val="5B7BAE"/>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900" b="1">
                <a:solidFill>
                  <a:srgbClr val="34497A"/>
                </a:solidFill>
              </a:rPr>
              <a:t>Movies</a:t>
            </a:r>
          </a:p>
          <a:p>
            <a:pPr algn="ctr"/>
            <a:r>
              <a:rPr sz="750">
                <a:solidFill>
                  <a:srgbClr val="262626"/>
                </a:solidFill>
              </a:rPr>
              <a:t>rows → category grid</a:t>
            </a:r>
          </a:p>
        </p:txBody>
      </p:sp>
      <p:sp>
        <p:nvSpPr>
          <p:cNvPr id="19" name="Rounded Rectangle 18"/>
          <p:cNvSpPr/>
          <p:nvPr/>
        </p:nvSpPr>
        <p:spPr>
          <a:xfrm>
            <a:off x="5349240" y="3611880"/>
            <a:ext cx="1600200" cy="548640"/>
          </a:xfrm>
          <a:prstGeom prst="roundRect">
            <a:avLst>
              <a:gd name="adj" fmla="val 18000"/>
            </a:avLst>
          </a:prstGeom>
          <a:solidFill>
            <a:srgbClr val="DCE6F1"/>
          </a:solidFill>
          <a:ln w="12700">
            <a:solidFill>
              <a:srgbClr val="5B7BAE"/>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900" b="1">
                <a:solidFill>
                  <a:srgbClr val="34497A"/>
                </a:solidFill>
              </a:rPr>
              <a:t>Series</a:t>
            </a:r>
          </a:p>
          <a:p>
            <a:pPr algn="ctr"/>
            <a:r>
              <a:rPr sz="750">
                <a:solidFill>
                  <a:srgbClr val="262626"/>
                </a:solidFill>
              </a:rPr>
              <a:t>rows → category grid</a:t>
            </a:r>
          </a:p>
        </p:txBody>
      </p:sp>
      <p:sp>
        <p:nvSpPr>
          <p:cNvPr id="20" name="Rounded Rectangle 19"/>
          <p:cNvSpPr/>
          <p:nvPr/>
        </p:nvSpPr>
        <p:spPr>
          <a:xfrm>
            <a:off x="5349240" y="4343400"/>
            <a:ext cx="1600200" cy="548640"/>
          </a:xfrm>
          <a:prstGeom prst="roundRect">
            <a:avLst>
              <a:gd name="adj" fmla="val 18000"/>
            </a:avLst>
          </a:prstGeom>
          <a:solidFill>
            <a:srgbClr val="DCE6F1"/>
          </a:solidFill>
          <a:ln w="12700">
            <a:solidFill>
              <a:srgbClr val="5B7BAE"/>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900" b="1">
                <a:solidFill>
                  <a:srgbClr val="34497A"/>
                </a:solidFill>
              </a:rPr>
              <a:t>Radio</a:t>
            </a:r>
          </a:p>
          <a:p>
            <a:pPr algn="ctr"/>
            <a:r>
              <a:rPr sz="750">
                <a:solidFill>
                  <a:srgbClr val="262626"/>
                </a:solidFill>
              </a:rPr>
              <a:t>countries → stations</a:t>
            </a:r>
          </a:p>
        </p:txBody>
      </p:sp>
      <p:sp>
        <p:nvSpPr>
          <p:cNvPr id="21" name="Rounded Rectangle 20"/>
          <p:cNvSpPr/>
          <p:nvPr/>
        </p:nvSpPr>
        <p:spPr>
          <a:xfrm>
            <a:off x="5349240" y="5166360"/>
            <a:ext cx="1600200" cy="502920"/>
          </a:xfrm>
          <a:prstGeom prst="roundRect">
            <a:avLst>
              <a:gd name="adj" fmla="val 18000"/>
            </a:avLst>
          </a:prstGeom>
          <a:solidFill>
            <a:srgbClr val="DCE6F1"/>
          </a:solidFill>
          <a:ln w="12700">
            <a:solidFill>
              <a:srgbClr val="5B7BAE"/>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900" b="1">
                <a:solidFill>
                  <a:srgbClr val="34497A"/>
                </a:solidFill>
              </a:rPr>
              <a:t>PIN prompt</a:t>
            </a:r>
          </a:p>
          <a:p>
            <a:pPr algn="ctr"/>
            <a:r>
              <a:rPr sz="750">
                <a:solidFill>
                  <a:srgbClr val="262626"/>
                </a:solidFill>
              </a:rPr>
              <a:t>locked category (Live TV, Movies, Series)</a:t>
            </a:r>
          </a:p>
        </p:txBody>
      </p:sp>
      <p:sp>
        <p:nvSpPr>
          <p:cNvPr id="22" name="Rounded Rectangle 21"/>
          <p:cNvSpPr/>
          <p:nvPr/>
        </p:nvSpPr>
        <p:spPr>
          <a:xfrm>
            <a:off x="7269480" y="2148840"/>
            <a:ext cx="1600200" cy="548640"/>
          </a:xfrm>
          <a:prstGeom prst="roundRect">
            <a:avLst>
              <a:gd name="adj" fmla="val 18000"/>
            </a:avLst>
          </a:prstGeom>
          <a:solidFill>
            <a:srgbClr val="DCE6F1"/>
          </a:solidFill>
          <a:ln w="12700">
            <a:solidFill>
              <a:srgbClr val="5B7BAE"/>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900" b="1">
                <a:solidFill>
                  <a:srgbClr val="34497A"/>
                </a:solidFill>
              </a:rPr>
              <a:t>Live player</a:t>
            </a:r>
          </a:p>
          <a:p>
            <a:pPr algn="ctr"/>
            <a:r>
              <a:rPr sz="750">
                <a:solidFill>
                  <a:srgbClr val="262626"/>
                </a:solidFill>
              </a:rPr>
              <a:t>CH +/- switches channel</a:t>
            </a:r>
          </a:p>
        </p:txBody>
      </p:sp>
      <p:sp>
        <p:nvSpPr>
          <p:cNvPr id="23" name="Rounded Rectangle 22"/>
          <p:cNvSpPr/>
          <p:nvPr/>
        </p:nvSpPr>
        <p:spPr>
          <a:xfrm>
            <a:off x="7269480" y="2880360"/>
            <a:ext cx="1600200" cy="548640"/>
          </a:xfrm>
          <a:prstGeom prst="roundRect">
            <a:avLst>
              <a:gd name="adj" fmla="val 18000"/>
            </a:avLst>
          </a:prstGeom>
          <a:solidFill>
            <a:srgbClr val="DCE6F1"/>
          </a:solidFill>
          <a:ln w="12700">
            <a:solidFill>
              <a:srgbClr val="5B7BAE"/>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900" b="1">
                <a:solidFill>
                  <a:srgbClr val="34497A"/>
                </a:solidFill>
              </a:rPr>
              <a:t>Movie details</a:t>
            </a:r>
          </a:p>
          <a:p>
            <a:pPr algn="ctr"/>
            <a:r>
              <a:rPr sz="750">
                <a:solidFill>
                  <a:srgbClr val="262626"/>
                </a:solidFill>
              </a:rPr>
              <a:t>Watch → full-screen player</a:t>
            </a:r>
          </a:p>
        </p:txBody>
      </p:sp>
      <p:sp>
        <p:nvSpPr>
          <p:cNvPr id="24" name="Rounded Rectangle 23"/>
          <p:cNvSpPr/>
          <p:nvPr/>
        </p:nvSpPr>
        <p:spPr>
          <a:xfrm>
            <a:off x="7269480" y="3611880"/>
            <a:ext cx="1600200" cy="548640"/>
          </a:xfrm>
          <a:prstGeom prst="roundRect">
            <a:avLst>
              <a:gd name="adj" fmla="val 18000"/>
            </a:avLst>
          </a:prstGeom>
          <a:solidFill>
            <a:srgbClr val="DCE6F1"/>
          </a:solidFill>
          <a:ln w="12700">
            <a:solidFill>
              <a:srgbClr val="5B7BAE"/>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900" b="1">
                <a:solidFill>
                  <a:srgbClr val="34497A"/>
                </a:solidFill>
              </a:rPr>
              <a:t>Series details</a:t>
            </a:r>
          </a:p>
          <a:p>
            <a:pPr algn="ctr"/>
            <a:r>
              <a:rPr sz="750">
                <a:solidFill>
                  <a:srgbClr val="262626"/>
                </a:solidFill>
              </a:rPr>
              <a:t>season → episode → player</a:t>
            </a:r>
          </a:p>
        </p:txBody>
      </p:sp>
      <p:sp>
        <p:nvSpPr>
          <p:cNvPr id="25" name="Rounded Rectangle 24"/>
          <p:cNvSpPr/>
          <p:nvPr/>
        </p:nvSpPr>
        <p:spPr>
          <a:xfrm>
            <a:off x="7269480" y="4343400"/>
            <a:ext cx="1600200" cy="548640"/>
          </a:xfrm>
          <a:prstGeom prst="roundRect">
            <a:avLst>
              <a:gd name="adj" fmla="val 18000"/>
            </a:avLst>
          </a:prstGeom>
          <a:solidFill>
            <a:srgbClr val="DCE6F1"/>
          </a:solidFill>
          <a:ln w="12700">
            <a:solidFill>
              <a:srgbClr val="5B7BAE"/>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900" b="1">
                <a:solidFill>
                  <a:srgbClr val="34497A"/>
                </a:solidFill>
              </a:rPr>
              <a:t>Now playing bar</a:t>
            </a:r>
          </a:p>
          <a:p>
            <a:pPr algn="ctr"/>
            <a:r>
              <a:rPr sz="750">
                <a:solidFill>
                  <a:srgbClr val="262626"/>
                </a:solidFill>
              </a:rPr>
              <a:t>station playing</a:t>
            </a:r>
          </a:p>
        </p:txBody>
      </p:sp>
      <p:cxnSp>
        <p:nvCxnSpPr>
          <p:cNvPr id="26" name="Connector 25"/>
          <p:cNvCxnSpPr/>
          <p:nvPr/>
        </p:nvCxnSpPr>
        <p:spPr>
          <a:xfrm>
            <a:off x="1280160" y="4000500"/>
            <a:ext cx="274320" cy="0"/>
          </a:xfrm>
          <a:prstGeom prst="line">
            <a:avLst/>
          </a:prstGeom>
          <a:ln w="15875">
            <a:solidFill>
              <a:srgbClr val="5B7BA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1280160" y="2423160"/>
            <a:ext cx="274320" cy="1577340"/>
          </a:xfrm>
          <a:prstGeom prst="line">
            <a:avLst/>
          </a:prstGeom>
          <a:ln w="15875">
            <a:solidFill>
              <a:srgbClr val="5B7BA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2286000" y="2697480"/>
            <a:ext cx="0" cy="228600"/>
          </a:xfrm>
          <a:prstGeom prst="line">
            <a:avLst/>
          </a:prstGeom>
          <a:ln w="15875">
            <a:solidFill>
              <a:srgbClr val="5B7BA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2286000" y="3383280"/>
            <a:ext cx="0" cy="320040"/>
          </a:xfrm>
          <a:prstGeom prst="line">
            <a:avLst/>
          </a:prstGeom>
          <a:ln w="15875">
            <a:solidFill>
              <a:srgbClr val="5B7BA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2286000" y="4297680"/>
            <a:ext cx="0" cy="365760"/>
          </a:xfrm>
          <a:prstGeom prst="line">
            <a:avLst/>
          </a:prstGeom>
          <a:ln w="15875">
            <a:solidFill>
              <a:srgbClr val="5B7BA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3017520" y="2491740"/>
            <a:ext cx="320040" cy="1508760"/>
          </a:xfrm>
          <a:prstGeom prst="line">
            <a:avLst/>
          </a:prstGeom>
          <a:ln w="15875">
            <a:solidFill>
              <a:srgbClr val="5B7BA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3017520" y="3291839"/>
            <a:ext cx="320040" cy="708661"/>
          </a:xfrm>
          <a:prstGeom prst="line">
            <a:avLst/>
          </a:prstGeom>
          <a:ln w="15875">
            <a:solidFill>
              <a:srgbClr val="5B7BA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3017520" y="4000500"/>
            <a:ext cx="320040" cy="22859"/>
          </a:xfrm>
          <a:prstGeom prst="line">
            <a:avLst/>
          </a:prstGeom>
          <a:ln w="15875">
            <a:solidFill>
              <a:srgbClr val="5B7BA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5029200" y="2423160"/>
            <a:ext cx="320040" cy="1600199"/>
          </a:xfrm>
          <a:prstGeom prst="line">
            <a:avLst/>
          </a:prstGeom>
          <a:ln w="15875">
            <a:solidFill>
              <a:srgbClr val="5B7BA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5029200" y="3154680"/>
            <a:ext cx="320040" cy="868679"/>
          </a:xfrm>
          <a:prstGeom prst="line">
            <a:avLst/>
          </a:prstGeom>
          <a:ln w="15875">
            <a:solidFill>
              <a:srgbClr val="5B7BA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5029200" y="3886200"/>
            <a:ext cx="320040" cy="137159"/>
          </a:xfrm>
          <a:prstGeom prst="line">
            <a:avLst/>
          </a:prstGeom>
          <a:ln w="15875">
            <a:solidFill>
              <a:srgbClr val="5B7BA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5029200" y="4023359"/>
            <a:ext cx="320040" cy="594361"/>
          </a:xfrm>
          <a:prstGeom prst="line">
            <a:avLst/>
          </a:prstGeom>
          <a:ln w="15875">
            <a:solidFill>
              <a:srgbClr val="5B7BA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949440" y="2423160"/>
            <a:ext cx="320040" cy="0"/>
          </a:xfrm>
          <a:prstGeom prst="line">
            <a:avLst/>
          </a:prstGeom>
          <a:ln w="15875">
            <a:solidFill>
              <a:srgbClr val="5B7BA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6949440" y="3154680"/>
            <a:ext cx="320040" cy="0"/>
          </a:xfrm>
          <a:prstGeom prst="line">
            <a:avLst/>
          </a:prstGeom>
          <a:ln w="15875">
            <a:solidFill>
              <a:srgbClr val="5B7BA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6949440" y="3886200"/>
            <a:ext cx="320040" cy="0"/>
          </a:xfrm>
          <a:prstGeom prst="line">
            <a:avLst/>
          </a:prstGeom>
          <a:ln w="15875">
            <a:solidFill>
              <a:srgbClr val="5B7BA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6949440" y="4617720"/>
            <a:ext cx="320040" cy="0"/>
          </a:xfrm>
          <a:prstGeom prst="line">
            <a:avLst/>
          </a:prstGeom>
          <a:ln w="15875">
            <a:solidFill>
              <a:srgbClr val="5B7BAE"/>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228600" y="5760720"/>
            <a:ext cx="8595360" cy="502920"/>
          </a:xfrm>
          <a:prstGeom prst="rect">
            <a:avLst/>
          </a:prstGeom>
          <a:noFill/>
        </p:spPr>
        <p:txBody>
          <a:bodyPr wrap="square">
            <a:spAutoFit/>
          </a:bodyPr>
          <a:lstStyle/>
          <a:p>
            <a:pPr latinLnBrk="0" eaLnBrk="1"/>
            <a:r>
              <a:rPr sz="1000">
                <a:solidFill>
                  <a:srgbClr val="262626"/>
                </a:solidFill>
              </a:rPr>
              <a:t>Settings also opens from the gear in the top bar; List actions appear with DOWN on a list card. A locked category asks for the PIN before showing its items.</a:t>
            </a:r>
          </a:p>
        </p:txBody>
      </p:sp>
    </p:spTree>
    <p:extLst>
      <p:ext uri="{BB962C8B-B14F-4D97-AF65-F5344CB8AC3E}">
        <p14:creationId xmlns:p14="http://schemas.microsoft.com/office/powerpoint/2010/main" val="428466912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p:cNvSpPr>
            <a:spLocks noGrp="1"/>
          </p:cNvSpPr>
          <p:nvPr>
            <p:ph type="title"/>
          </p:nvPr>
        </p:nvSpPr>
        <p:spPr>
          <a:prstGeom prst="rect">
            <a:avLst/>
          </a:prstGeom>
        </p:spPr>
        <p:txBody>
          <a:bodyPr/>
          <a:lstStyle/>
          <a:p>
            <a:r>
              <a:rPr lang="en-US" altLang="ko-KR" dirty="0"/>
              <a:t>Contents</a:t>
            </a:r>
            <a:endParaRPr lang="ko-KR" altLang="en-US" dirty="0"/>
          </a:p>
        </p:txBody>
      </p:sp>
      <p:sp>
        <p:nvSpPr>
          <p:cNvPr id="4" name="Slide Number Placeholder 3"/>
          <p:cNvSpPr>
            <a:spLocks noGrp="1"/>
          </p:cNvSpPr>
          <p:nvPr>
            <p:ph type="sldNum" sz="quarter" idx="4"/>
          </p:nvPr>
        </p:nvSpPr>
        <p:spPr/>
        <p:txBody>
          <a:bodyPr/>
          <a:lstStyle/>
          <a:p>
            <a:fld id="{42AF35AD-09C2-4EBD-8934-72FD947EF48F}" type="slidenum">
              <a:rPr lang="pl-PL" smtClean="0"/>
              <a:pPr/>
              <a:t>9</a:t>
            </a:fld>
            <a:endParaRPr lang="pl-PL" dirty="0"/>
          </a:p>
        </p:txBody>
      </p:sp>
      <p:sp>
        <p:nvSpPr>
          <p:cNvPr id="15" name="Rectangle 6"/>
          <p:cNvSpPr txBox="1">
            <a:spLocks noChangeArrowheads="1"/>
          </p:cNvSpPr>
          <p:nvPr/>
        </p:nvSpPr>
        <p:spPr bwMode="auto">
          <a:xfrm>
            <a:off x="527051" y="2501900"/>
            <a:ext cx="6997278" cy="402272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vert="horz" wrap="square" lIns="0" tIns="0" rIns="0" bIns="0" numCol="1" anchor="t" anchorCtr="0" compatLnSpc="1">
            <a:prstTxWarp prst="textNoShape">
              <a:avLst/>
            </a:prstTxWarp>
          </a:bodyPr>
          <a:lstStyle>
            <a:lvl1pPr marL="0" indent="0" algn="l" rtl="0" eaLnBrk="0" fontAlgn="base" hangingPunct="0">
              <a:lnSpc>
                <a:spcPct val="120000"/>
              </a:lnSpc>
              <a:spcBef>
                <a:spcPct val="0"/>
              </a:spcBef>
              <a:spcAft>
                <a:spcPct val="0"/>
              </a:spcAft>
              <a:buClr>
                <a:schemeClr val="tx1"/>
              </a:buClr>
              <a:buFont typeface="Symbol" pitchFamily="18" charset="2"/>
              <a:buNone/>
              <a:defRPr sz="1400" cap="none" baseline="0">
                <a:solidFill>
                  <a:srgbClr val="BFBFBF"/>
                </a:solidFill>
                <a:latin typeface="+mn-lt"/>
                <a:ea typeface="+mn-ea"/>
                <a:cs typeface="+mn-cs"/>
              </a:defRPr>
            </a:lvl1pPr>
            <a:lvl2pPr marL="179388" indent="0" algn="l" rtl="0" eaLnBrk="0" fontAlgn="base" hangingPunct="0">
              <a:lnSpc>
                <a:spcPct val="120000"/>
              </a:lnSpc>
              <a:spcBef>
                <a:spcPct val="0"/>
              </a:spcBef>
              <a:spcAft>
                <a:spcPct val="0"/>
              </a:spcAft>
              <a:buClr>
                <a:schemeClr val="tx1"/>
              </a:buClr>
              <a:buFont typeface="Symbol" charset="0"/>
              <a:buNone/>
              <a:defRPr sz="1600">
                <a:solidFill>
                  <a:schemeClr val="tx1"/>
                </a:solidFill>
                <a:latin typeface="+mn-lt"/>
                <a:ea typeface="Arial" charset="0"/>
                <a:cs typeface="+mn-cs"/>
              </a:defRPr>
            </a:lvl2pPr>
            <a:lvl3pPr marL="355600" indent="0" algn="l" rtl="0" eaLnBrk="0" fontAlgn="base" hangingPunct="0">
              <a:lnSpc>
                <a:spcPct val="120000"/>
              </a:lnSpc>
              <a:spcBef>
                <a:spcPct val="0"/>
              </a:spcBef>
              <a:spcAft>
                <a:spcPct val="0"/>
              </a:spcAft>
              <a:buClr>
                <a:schemeClr val="tx1"/>
              </a:buClr>
              <a:buFont typeface="Symbol" pitchFamily="18" charset="2"/>
              <a:buNone/>
              <a:defRPr sz="1600">
                <a:solidFill>
                  <a:schemeClr val="tx1"/>
                </a:solidFill>
                <a:latin typeface="+mn-lt"/>
                <a:ea typeface="Arial" charset="0"/>
                <a:cs typeface="+mn-cs"/>
              </a:defRPr>
            </a:lvl3pPr>
            <a:lvl4pPr marL="542925" indent="-188913" algn="l" rtl="0" eaLnBrk="0" fontAlgn="base" hangingPunct="0">
              <a:lnSpc>
                <a:spcPct val="105000"/>
              </a:lnSpc>
              <a:spcBef>
                <a:spcPct val="0"/>
              </a:spcBef>
              <a:spcAft>
                <a:spcPct val="0"/>
              </a:spcAft>
              <a:buClr>
                <a:schemeClr val="tx1"/>
              </a:buClr>
              <a:buFont typeface="Symbol" charset="0"/>
              <a:buChar char="-"/>
              <a:defRPr sz="1600">
                <a:solidFill>
                  <a:schemeClr val="tx1"/>
                </a:solidFill>
                <a:latin typeface="+mn-lt"/>
                <a:ea typeface="Arial" charset="0"/>
                <a:cs typeface="+mn-cs"/>
              </a:defRPr>
            </a:lvl4pPr>
            <a:lvl5pPr marL="714375" indent="-169863" algn="l" rtl="0" eaLnBrk="0" fontAlgn="base" hangingPunct="0">
              <a:lnSpc>
                <a:spcPct val="105000"/>
              </a:lnSpc>
              <a:spcBef>
                <a:spcPct val="0"/>
              </a:spcBef>
              <a:spcAft>
                <a:spcPct val="0"/>
              </a:spcAft>
              <a:buClr>
                <a:schemeClr val="tx1"/>
              </a:buClr>
              <a:buFont typeface="Symbol" charset="0"/>
              <a:buChar char="-"/>
              <a:defRPr sz="1600">
                <a:solidFill>
                  <a:schemeClr val="tx1"/>
                </a:solidFill>
                <a:latin typeface="+mn-lt"/>
                <a:ea typeface="Arial" charset="0"/>
                <a:cs typeface="+mn-cs"/>
              </a:defRPr>
            </a:lvl5pPr>
            <a:lvl6pPr marL="893763" indent="-179388" algn="l" rtl="0" eaLnBrk="1" fontAlgn="base" hangingPunct="1">
              <a:lnSpc>
                <a:spcPct val="105000"/>
              </a:lnSpc>
              <a:spcBef>
                <a:spcPct val="0"/>
              </a:spcBef>
              <a:spcAft>
                <a:spcPct val="0"/>
              </a:spcAft>
              <a:buClr>
                <a:schemeClr val="tx1"/>
              </a:buClr>
              <a:buFont typeface="Symbol" pitchFamily="18" charset="2"/>
              <a:buChar char="-"/>
              <a:defRPr sz="1600">
                <a:solidFill>
                  <a:schemeClr val="tx1"/>
                </a:solidFill>
                <a:latin typeface="+mn-lt"/>
                <a:ea typeface="Arial" charset="0"/>
                <a:cs typeface="+mn-cs"/>
              </a:defRPr>
            </a:lvl6pPr>
            <a:lvl7pPr marL="1628775" indent="-169863" algn="l" rtl="0" eaLnBrk="1" fontAlgn="base" hangingPunct="1">
              <a:lnSpc>
                <a:spcPts val="2400"/>
              </a:lnSpc>
              <a:spcBef>
                <a:spcPct val="0"/>
              </a:spcBef>
              <a:spcAft>
                <a:spcPct val="0"/>
              </a:spcAft>
              <a:buClr>
                <a:srgbClr val="CC0000"/>
              </a:buClr>
              <a:buChar char="•"/>
              <a:defRPr sz="1500">
                <a:solidFill>
                  <a:schemeClr val="tx1"/>
                </a:solidFill>
                <a:latin typeface="+mn-lt"/>
                <a:ea typeface="Arial" charset="0"/>
                <a:cs typeface="+mn-cs"/>
              </a:defRPr>
            </a:lvl7pPr>
            <a:lvl8pPr marL="2085975" indent="-169863" algn="l" rtl="0" eaLnBrk="1" fontAlgn="base" hangingPunct="1">
              <a:lnSpc>
                <a:spcPts val="2400"/>
              </a:lnSpc>
              <a:spcBef>
                <a:spcPct val="0"/>
              </a:spcBef>
              <a:spcAft>
                <a:spcPct val="0"/>
              </a:spcAft>
              <a:buClr>
                <a:srgbClr val="CC0000"/>
              </a:buClr>
              <a:buChar char="•"/>
              <a:defRPr sz="1500">
                <a:solidFill>
                  <a:schemeClr val="tx1"/>
                </a:solidFill>
                <a:latin typeface="+mn-lt"/>
                <a:ea typeface="Arial" charset="0"/>
                <a:cs typeface="+mn-cs"/>
              </a:defRPr>
            </a:lvl8pPr>
            <a:lvl9pPr marL="2543175" indent="-169863" algn="l" rtl="0" eaLnBrk="1" fontAlgn="base" hangingPunct="1">
              <a:lnSpc>
                <a:spcPts val="2400"/>
              </a:lnSpc>
              <a:spcBef>
                <a:spcPct val="0"/>
              </a:spcBef>
              <a:spcAft>
                <a:spcPct val="0"/>
              </a:spcAft>
              <a:buClr>
                <a:srgbClr val="CC0000"/>
              </a:buClr>
              <a:buChar char="•"/>
              <a:defRPr sz="1500">
                <a:solidFill>
                  <a:schemeClr val="tx1"/>
                </a:solidFill>
                <a:latin typeface="+mn-lt"/>
                <a:ea typeface="Arial" charset="0"/>
                <a:cs typeface="+mn-cs"/>
              </a:defRPr>
            </a:lvl9pPr>
          </a:lstStyle>
          <a:p>
            <a:pPr lvl="0" latinLnBrk="0">
              <a:buClr>
                <a:srgbClr val="000000"/>
              </a:buClr>
              <a:defRPr/>
            </a:pPr>
            <a:r>
              <a:rPr lang="en-US" kern="0" dirty="0">
                <a:solidFill>
                  <a:schemeClr val="bg1">
                    <a:lumMod val="75000"/>
                  </a:schemeClr>
                </a:solidFill>
                <a:cs typeface="Arial"/>
              </a:rPr>
              <a:t>UI Structure</a:t>
            </a:r>
            <a:endParaRPr lang="pl-PL" kern="0" dirty="0">
              <a:solidFill>
                <a:schemeClr val="bg1">
                  <a:lumMod val="75000"/>
                </a:schemeClr>
              </a:solidFill>
              <a:cs typeface="Arial"/>
            </a:endParaRPr>
          </a:p>
          <a:p>
            <a:pPr lvl="0" latinLnBrk="0">
              <a:buClr>
                <a:srgbClr val="000000"/>
              </a:buClr>
              <a:defRPr/>
            </a:pPr>
            <a:r>
              <a:rPr lang="en-US" b="1" kern="0" dirty="0">
                <a:solidFill>
                  <a:srgbClr val="374971"/>
                </a:solidFill>
                <a:cs typeface="Arial"/>
              </a:rPr>
              <a:t>Use Cases</a:t>
            </a:r>
            <a:endParaRPr lang="pl-PL" b="1" kern="0" dirty="0">
              <a:solidFill>
                <a:srgbClr val="374971"/>
              </a:solidFill>
              <a:cs typeface="Arial"/>
            </a:endParaRPr>
          </a:p>
          <a:p>
            <a:pPr lvl="0" latinLnBrk="0">
              <a:buClr>
                <a:srgbClr val="000000"/>
              </a:buClr>
              <a:defRPr/>
            </a:pPr>
            <a:r>
              <a:rPr lang="en-US" kern="0" dirty="0">
                <a:solidFill>
                  <a:schemeClr val="bg1">
                    <a:lumMod val="75000"/>
                  </a:schemeClr>
                </a:solidFill>
                <a:cs typeface="Arial"/>
              </a:rPr>
              <a:t>Menus and Functions</a:t>
            </a:r>
            <a:endParaRPr lang="pl-PL" kern="0" dirty="0">
              <a:solidFill>
                <a:schemeClr val="bg1">
                  <a:lumMod val="75000"/>
                </a:schemeClr>
              </a:solidFill>
              <a:cs typeface="Arial"/>
            </a:endParaRPr>
          </a:p>
          <a:p>
            <a:pPr lvl="0" latinLnBrk="0">
              <a:buClr>
                <a:srgbClr val="000000"/>
              </a:buClr>
              <a:defRPr/>
            </a:pPr>
            <a:r>
              <a:rPr lang="en-US" kern="0" dirty="0">
                <a:solidFill>
                  <a:schemeClr val="bg1">
                    <a:lumMod val="75000"/>
                  </a:schemeClr>
                </a:solidFill>
                <a:cs typeface="Arial"/>
              </a:rPr>
              <a:t>Remote Control Keys</a:t>
            </a:r>
            <a:endParaRPr lang="pl-PL" kern="0" dirty="0">
              <a:solidFill>
                <a:schemeClr val="bg1">
                  <a:lumMod val="75000"/>
                </a:schemeClr>
              </a:solidFill>
              <a:cs typeface="Arial"/>
            </a:endParaRPr>
          </a:p>
          <a:p>
            <a:pPr lvl="0" latinLnBrk="0">
              <a:buClr>
                <a:srgbClr val="000000"/>
              </a:buClr>
              <a:defRPr/>
            </a:pPr>
            <a:r>
              <a:rPr lang="en-US" kern="0" dirty="0">
                <a:solidFill>
                  <a:schemeClr val="bg1">
                    <a:lumMod val="75000"/>
                  </a:schemeClr>
                </a:solidFill>
                <a:cs typeface="Arial"/>
              </a:rPr>
              <a:t>Language Options</a:t>
            </a:r>
            <a:endParaRPr kumimoji="0" lang="en-US" sz="1400" b="0" i="0" u="none" strike="noStrike" kern="0" cap="none" spc="0" normalizeH="0" baseline="0" noProof="0" dirty="0">
              <a:ln>
                <a:noFill/>
              </a:ln>
              <a:solidFill>
                <a:schemeClr val="bg1">
                  <a:lumMod val="75000"/>
                </a:schemeClr>
              </a:solidFill>
              <a:effectLst/>
              <a:uLnTx/>
              <a:uFillTx/>
              <a:latin typeface="Arial"/>
              <a:cs typeface="Arial"/>
            </a:endParaRPr>
          </a:p>
          <a:p>
            <a:pPr marL="0" marR="0" lvl="0" indent="0" algn="l" defTabSz="914400" rtl="0" eaLnBrk="0" fontAlgn="base" latinLnBrk="0" hangingPunct="0">
              <a:lnSpc>
                <a:spcPct val="120000"/>
              </a:lnSpc>
              <a:spcBef>
                <a:spcPct val="0"/>
              </a:spcBef>
              <a:spcAft>
                <a:spcPct val="0"/>
              </a:spcAft>
              <a:buClr>
                <a:srgbClr val="000000"/>
              </a:buClr>
              <a:buSzTx/>
              <a:buFont typeface="Symbol" pitchFamily="18" charset="2"/>
              <a:buNone/>
              <a:tabLst/>
              <a:defRPr/>
            </a:pPr>
            <a:endParaRPr kumimoji="0" lang="en-US" sz="1400" b="0" i="0" u="none" strike="noStrike" kern="0" cap="none" spc="0" normalizeH="0" baseline="0" noProof="0" dirty="0">
              <a:ln>
                <a:noFill/>
              </a:ln>
              <a:solidFill>
                <a:srgbClr val="A6A6A6"/>
              </a:solidFill>
              <a:effectLst/>
              <a:uLnTx/>
              <a:uFillTx/>
              <a:latin typeface="Arial"/>
              <a:cs typeface="Arial"/>
            </a:endParaRPr>
          </a:p>
          <a:p>
            <a:pPr marL="0" marR="0" lvl="0" indent="0" algn="l" defTabSz="914400" rtl="0" eaLnBrk="0" fontAlgn="base" latinLnBrk="0" hangingPunct="0">
              <a:lnSpc>
                <a:spcPct val="120000"/>
              </a:lnSpc>
              <a:spcBef>
                <a:spcPct val="0"/>
              </a:spcBef>
              <a:spcAft>
                <a:spcPct val="0"/>
              </a:spcAft>
              <a:buClr>
                <a:srgbClr val="000000"/>
              </a:buClr>
              <a:buSzTx/>
              <a:buFont typeface="Symbol" pitchFamily="18" charset="2"/>
              <a:buNone/>
              <a:tabLst/>
              <a:defRPr/>
            </a:pPr>
            <a:endParaRPr kumimoji="0" lang="en-US" sz="1400" b="0" i="0" u="none" strike="noStrike" kern="0" cap="none" spc="0" normalizeH="0" baseline="0" noProof="0" dirty="0">
              <a:ln>
                <a:noFill/>
              </a:ln>
              <a:solidFill>
                <a:srgbClr val="BFBFBF"/>
              </a:solidFill>
              <a:effectLst/>
              <a:uLnTx/>
              <a:uFillTx/>
              <a:latin typeface="Arial"/>
              <a:cs typeface="Arial"/>
            </a:endParaRPr>
          </a:p>
          <a:p>
            <a:pPr marL="0" marR="0" lvl="0" indent="0" algn="l" defTabSz="914400" rtl="0" eaLnBrk="0" fontAlgn="base" latinLnBrk="0" hangingPunct="0">
              <a:lnSpc>
                <a:spcPct val="120000"/>
              </a:lnSpc>
              <a:spcBef>
                <a:spcPct val="0"/>
              </a:spcBef>
              <a:spcAft>
                <a:spcPct val="0"/>
              </a:spcAft>
              <a:buClr>
                <a:srgbClr val="000000"/>
              </a:buClr>
              <a:buSzTx/>
              <a:buFont typeface="Symbol" pitchFamily="18" charset="2"/>
              <a:buNone/>
              <a:tabLst/>
              <a:defRPr/>
            </a:pPr>
            <a:endParaRPr kumimoji="0" lang="en-US" sz="1400" b="0" i="0" u="none" strike="noStrike" kern="0" cap="none" spc="0" normalizeH="0" baseline="0" noProof="0" dirty="0">
              <a:ln>
                <a:noFill/>
              </a:ln>
              <a:solidFill>
                <a:srgbClr val="BFBFBF"/>
              </a:solidFill>
              <a:effectLst/>
              <a:uLnTx/>
              <a:uFillTx/>
              <a:latin typeface="Arial"/>
              <a:cs typeface="Arial"/>
            </a:endParaRPr>
          </a:p>
          <a:p>
            <a:pPr marL="0" marR="0" lvl="0" indent="0" algn="l" defTabSz="914400" rtl="0" eaLnBrk="0" fontAlgn="base" latinLnBrk="0" hangingPunct="0">
              <a:lnSpc>
                <a:spcPct val="120000"/>
              </a:lnSpc>
              <a:spcBef>
                <a:spcPct val="0"/>
              </a:spcBef>
              <a:spcAft>
                <a:spcPct val="0"/>
              </a:spcAft>
              <a:buClr>
                <a:srgbClr val="000000"/>
              </a:buClr>
              <a:buSzTx/>
              <a:buFont typeface="Symbol" pitchFamily="18" charset="2"/>
              <a:buNone/>
              <a:tabLst/>
              <a:defRPr/>
            </a:pPr>
            <a:endParaRPr kumimoji="0" lang="en-US" sz="1400" b="0" i="0" u="none" strike="noStrike" kern="0" cap="none" spc="0" normalizeH="0" baseline="0" noProof="0" dirty="0">
              <a:ln>
                <a:noFill/>
              </a:ln>
              <a:solidFill>
                <a:srgbClr val="BFBFBF"/>
              </a:solidFill>
              <a:effectLst/>
              <a:uLnTx/>
              <a:uFillTx/>
              <a:latin typeface="Arial"/>
              <a:cs typeface="Arial"/>
            </a:endParaRPr>
          </a:p>
        </p:txBody>
      </p:sp>
      <p:grpSp>
        <p:nvGrpSpPr>
          <p:cNvPr id="16" name="Grupp 3"/>
          <p:cNvGrpSpPr>
            <a:grpSpLocks/>
          </p:cNvGrpSpPr>
          <p:nvPr/>
        </p:nvGrpSpPr>
        <p:grpSpPr bwMode="auto">
          <a:xfrm>
            <a:off x="0" y="2708920"/>
            <a:ext cx="331788" cy="323850"/>
            <a:chOff x="3044126" y="1710821"/>
            <a:chExt cx="331004" cy="547536"/>
          </a:xfrm>
        </p:grpSpPr>
        <p:sp>
          <p:nvSpPr>
            <p:cNvPr id="17" name="Rektangel med rundade hörn 4"/>
            <p:cNvSpPr/>
            <p:nvPr/>
          </p:nvSpPr>
          <p:spPr>
            <a:xfrm>
              <a:off x="3044126" y="1710821"/>
              <a:ext cx="221725" cy="544853"/>
            </a:xfrm>
            <a:prstGeom prst="roundRect">
              <a:avLst>
                <a:gd name="adj" fmla="val 0"/>
              </a:avLst>
            </a:prstGeom>
            <a:gradFill flip="none" rotWithShape="1">
              <a:gsLst>
                <a:gs pos="0">
                  <a:srgbClr val="2B3957"/>
                </a:gs>
                <a:gs pos="79000">
                  <a:srgbClr val="516BA5"/>
                </a:gs>
              </a:gsLst>
              <a:lin ang="0" scaled="1"/>
              <a:tileRect/>
            </a:gradFill>
            <a:ln w="12700" cap="flat" cmpd="sng" algn="ctr">
              <a:noFill/>
              <a:prstDash val="solid"/>
            </a:ln>
            <a:effectLst/>
          </p:spPr>
          <p:txBody>
            <a:bodyPr lIns="0" tIns="0" rIns="0" bIns="0"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sv-SE" sz="1000" b="0" i="0" u="none" strike="noStrike" kern="0" cap="none" spc="0" normalizeH="0" baseline="0" noProof="0" dirty="0">
                <a:ln>
                  <a:noFill/>
                </a:ln>
                <a:solidFill>
                  <a:srgbClr val="FFFFFF"/>
                </a:solidFill>
                <a:effectLst/>
                <a:uLnTx/>
                <a:uFillTx/>
                <a:latin typeface="Helvetica Neue"/>
                <a:cs typeface="Helvetica Neue"/>
              </a:endParaRPr>
            </a:p>
          </p:txBody>
        </p:sp>
        <p:sp>
          <p:nvSpPr>
            <p:cNvPr id="18" name="Likbent triangel 5"/>
            <p:cNvSpPr/>
            <p:nvPr/>
          </p:nvSpPr>
          <p:spPr>
            <a:xfrm rot="5400000">
              <a:off x="3045931" y="1929157"/>
              <a:ext cx="547536" cy="110862"/>
            </a:xfrm>
            <a:prstGeom prst="triangle">
              <a:avLst/>
            </a:prstGeom>
            <a:solidFill>
              <a:srgbClr val="516BA5"/>
            </a:solidFill>
            <a:ln w="9525" cap="flat" cmpd="sng" algn="ctr">
              <a:noFill/>
              <a:prstDash val="solid"/>
            </a:ln>
            <a:effectLst/>
          </p:spPr>
          <p:txBody>
            <a:bodyPr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sv-SE" sz="1500" b="0" i="0" u="none" strike="noStrike" kern="0" cap="none" spc="0" normalizeH="0" baseline="0" noProof="0">
                <a:ln>
                  <a:noFill/>
                </a:ln>
                <a:solidFill>
                  <a:srgbClr val="FFFFFF"/>
                </a:solidFill>
                <a:effectLst/>
                <a:uLnTx/>
                <a:uFillTx/>
                <a:latin typeface="Arial"/>
                <a:cs typeface="Arial"/>
              </a:endParaRPr>
            </a:p>
          </p:txBody>
        </p:sp>
      </p:grpSp>
    </p:spTree>
    <p:extLst>
      <p:ext uri="{BB962C8B-B14F-4D97-AF65-F5344CB8AC3E}">
        <p14:creationId xmlns:p14="http://schemas.microsoft.com/office/powerpoint/2010/main" val="33630262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pl-PL" dirty="0"/>
              <a:t>Use Cases</a:t>
            </a:r>
          </a:p>
        </p:txBody>
      </p:sp>
      <p:sp>
        <p:nvSpPr>
          <p:cNvPr id="3" name="Slide Number Placeholder 2"/>
          <p:cNvSpPr>
            <a:spLocks noGrp="1"/>
          </p:cNvSpPr>
          <p:nvPr>
            <p:ph type="sldNum" sz="quarter" idx="4"/>
          </p:nvPr>
        </p:nvSpPr>
        <p:spPr/>
        <p:txBody>
          <a:bodyPr/>
          <a:lstStyle/>
          <a:p>
            <a:fld id="{42AF35AD-09C2-4EBD-8934-72FD947EF48F}" type="slidenum">
              <a:rPr lang="pl-PL" smtClean="0"/>
              <a:pPr/>
              <a:t>10</a:t>
            </a:fld>
            <a:endParaRPr lang="pl-PL" dirty="0"/>
          </a:p>
        </p:txBody>
      </p:sp>
      <p:sp>
        <p:nvSpPr>
          <p:cNvPr id="6" name="Content Placeholder 5"/>
          <p:cNvSpPr>
            <a:spLocks noGrp="1"/>
          </p:cNvSpPr>
          <p:nvPr>
            <p:ph idx="1"/>
          </p:nvPr>
        </p:nvSpPr>
        <p:spPr/>
        <p:txBody>
          <a:bodyPr/>
          <a:lstStyle/>
          <a:p>
            <a:pPr latinLnBrk="0" eaLnBrk="1"/>
            <a:r>
              <a:rPr sz="1400">
                <a:solidFill>
                  <a:srgbClr val="262626"/>
                </a:solidFill>
              </a:rPr>
              <a:t>CCPlayTV organizes and plays the IPTV playlist (Xtream Codes or M3U) that the user already has. It does not provide or sell any content, channel or playlist.</a:t>
            </a:r>
          </a:p>
          <a:p>
            <a:pPr latinLnBrk="0" eaLnBrk="1"/>
            <a:r>
              <a:rPr sz="1400">
                <a:solidFill>
                  <a:srgbClr val="262626"/>
                </a:solidFill>
              </a:rPr>
              <a:t>No user account, no login of its own, no in-app purchase, no subscription and no advertising.</a:t>
            </a:r>
          </a:p>
          <a:p>
            <a:pPr latinLnBrk="0" eaLnBrk="1"/>
            <a:r>
              <a:rPr sz="1400">
                <a:solidFill>
                  <a:srgbClr val="262626"/>
                </a:solidFill>
              </a:rPr>
              <a:t>Use cases:</a:t>
            </a:r>
          </a:p>
          <a:p>
            <a:pPr lvl="1" latinLnBrk="0" eaLnBrk="1"/>
            <a:r>
              <a:rPr sz="1400">
                <a:solidFill>
                  <a:srgbClr val="262626"/>
                </a:solidFill>
              </a:rPr>
              <a:t>1. Add a Playlist (Test Account)</a:t>
            </a:r>
          </a:p>
          <a:p>
            <a:pPr lvl="1" latinLnBrk="0" eaLnBrk="1"/>
            <a:r>
              <a:rPr sz="1400">
                <a:solidFill>
                  <a:srgbClr val="262626"/>
                </a:solidFill>
              </a:rPr>
              <a:t>2. Watch Live TV</a:t>
            </a:r>
          </a:p>
          <a:p>
            <a:pPr lvl="1" latinLnBrk="0" eaLnBrk="1"/>
            <a:r>
              <a:rPr sz="1400">
                <a:solidFill>
                  <a:srgbClr val="262626"/>
                </a:solidFill>
              </a:rPr>
              <a:t>3. Browse and Play Movies</a:t>
            </a:r>
          </a:p>
          <a:p>
            <a:pPr lvl="1" latinLnBrk="0" eaLnBrk="1"/>
            <a:r>
              <a:rPr sz="1400">
                <a:solidFill>
                  <a:srgbClr val="262626"/>
                </a:solidFill>
              </a:rPr>
              <a:t>4. Watch a Series Episode</a:t>
            </a:r>
          </a:p>
          <a:p>
            <a:pPr lvl="1" latinLnBrk="0" eaLnBrk="1"/>
            <a:r>
              <a:rPr sz="1400">
                <a:solidFill>
                  <a:srgbClr val="262626"/>
                </a:solidFill>
              </a:rPr>
              <a:t>5. Favorites, My List and History</a:t>
            </a:r>
          </a:p>
          <a:p>
            <a:pPr lvl="1" latinLnBrk="0" eaLnBrk="1"/>
            <a:r>
              <a:rPr sz="1400">
                <a:solidFill>
                  <a:srgbClr val="262626"/>
                </a:solidFill>
              </a:rPr>
              <a:t>6. Listen to Radio</a:t>
            </a:r>
          </a:p>
          <a:p>
            <a:pPr lvl="1" latinLnBrk="0" eaLnBrk="1"/>
            <a:r>
              <a:rPr sz="1400">
                <a:solidFill>
                  <a:srgbClr val="262626"/>
                </a:solidFill>
              </a:rPr>
              <a:t>7. Manage Lists, Categories and Parental Control</a:t>
            </a:r>
          </a:p>
        </p:txBody>
      </p:sp>
    </p:spTree>
    <p:extLst>
      <p:ext uri="{BB962C8B-B14F-4D97-AF65-F5344CB8AC3E}">
        <p14:creationId xmlns:p14="http://schemas.microsoft.com/office/powerpoint/2010/main" val="113111133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t>Use Cases – Add a Playlist</a:t>
            </a:r>
          </a:p>
        </p:txBody>
      </p:sp>
      <p:sp>
        <p:nvSpPr>
          <p:cNvPr id="3" name="Slide Number Placeholder 2"/>
          <p:cNvSpPr>
            <a:spLocks noGrp="1"/>
          </p:cNvSpPr>
          <p:nvPr>
            <p:ph type="sldNum" sz="quarter" idx="4"/>
          </p:nvPr>
        </p:nvSpPr>
        <p:spPr/>
        <p:txBody>
          <a:bodyPr/>
          <a:lstStyle/>
          <a:p>
            <a:fld id="{42AF35AD-09C2-4EBD-8934-72FD947EF48F}" type="slidenum">
              <a:rPr lang="pl-PL" smtClean="0"/>
              <a:pPr/>
              <a:t>11</a:t>
            </a:fld>
            <a:endParaRPr lang="pl-PL" dirty="0"/>
          </a:p>
        </p:txBody>
      </p:sp>
      <p:sp>
        <p:nvSpPr>
          <p:cNvPr id="6" name="Content Placeholder 5"/>
          <p:cNvSpPr>
            <a:spLocks noGrp="1"/>
          </p:cNvSpPr>
          <p:nvPr>
            <p:ph idx="1"/>
          </p:nvPr>
        </p:nvSpPr>
        <p:spPr>
          <a:xfrm>
            <a:off x="457200" y="1463040"/>
            <a:ext cx="8229600" cy="3063240"/>
          </a:xfrm>
        </p:spPr>
        <p:txBody>
          <a:bodyPr/>
          <a:lstStyle/>
          <a:p>
            <a:pPr latinLnBrk="0" eaLnBrk="1"/>
            <a:r>
              <a:rPr sz="1200">
                <a:solidFill>
                  <a:srgbClr val="262626"/>
                </a:solidFill>
              </a:rPr>
              <a:t>CCPlayTV has no user account and no login of its own. The only credential is the IPTV playlist the user already has (Xtream Codes or M3U). It is typed on the TV and stays on the TV.</a:t>
            </a:r>
          </a:p>
          <a:p>
            <a:pPr latinLnBrk="0" eaLnBrk="1"/>
            <a:r>
              <a:rPr sz="1200">
                <a:solidFill>
                  <a:srgbClr val="262626"/>
                </a:solidFill>
              </a:rPr>
              <a:t>1. On first launch the app opens "Connect your playlist". Otherwise, on "Select or Add your list", select "Add list" and press OK.</a:t>
            </a:r>
          </a:p>
          <a:p>
            <a:pPr latinLnBrk="0" eaLnBrk="1"/>
            <a:r>
              <a:rPr sz="1200">
                <a:solidFill>
                  <a:srgbClr val="262626"/>
                </a:solidFill>
              </a:rPr>
              <a:t>2. Choose "Xtream Codes" (or "M3U list") and fill in Playlist name, Host, User name and Password with the on-screen keyboard.</a:t>
            </a:r>
          </a:p>
          <a:p>
            <a:pPr latinLnBrk="0" eaLnBrk="1"/>
            <a:r>
              <a:rPr sz="1200">
                <a:solidFill>
                  <a:srgbClr val="262626"/>
                </a:solidFill>
              </a:rPr>
              <a:t>3. Select "Connect and sync". The structure of the list is imported on the TV; when it finishes, select "Back".</a:t>
            </a:r>
          </a:p>
          <a:p>
            <a:pPr latinLnBrk="0" eaLnBrk="1"/>
            <a:r>
              <a:rPr sz="1200">
                <a:solidFill>
                  <a:srgbClr val="262626"/>
                </a:solidFill>
              </a:rPr>
              <a:t>4. Select the new list card and press OK: the Home screen opens.</a:t>
            </a:r>
          </a:p>
          <a:p>
            <a:pPr latinLnBrk="0" eaLnBrk="1"/>
            <a:r>
              <a:rPr sz="1200">
                <a:solidFill>
                  <a:srgbClr val="262626"/>
                </a:solidFill>
              </a:rPr>
              <a:t>Test playlist for the review (Xtream Codes):</a:t>
            </a:r>
          </a:p>
        </p:txBody>
      </p:sp>
      <p:graphicFrame>
        <p:nvGraphicFramePr>
          <p:cNvPr id="4" name="Table 3">
            <a:extLst>
              <a:ext uri="{FF2B5EF4-FFF2-40B4-BE49-F238E27FC236}">
                <a16:creationId xmlns:a16="http://schemas.microsoft.com/office/drawing/2014/main" id="{D413A330-E7DB-4E43-8A16-EE0628831292}"/>
              </a:ext>
            </a:extLst>
          </p:cNvPr>
          <p:cNvGraphicFramePr>
            <a:graphicFrameLocks noGrp="1"/>
          </p:cNvGraphicFramePr>
          <p:nvPr>
            <p:extLst>
              <p:ext uri="{D42A27DB-BD31-4B8C-83A1-F6EECF244321}">
                <p14:modId xmlns:p14="http://schemas.microsoft.com/office/powerpoint/2010/main" val="3488950080"/>
              </p:ext>
            </p:extLst>
          </p:nvPr>
        </p:nvGraphicFramePr>
        <p:xfrm>
          <a:off x="914400" y="4617720"/>
          <a:ext cx="5303520" cy="513431"/>
        </p:xfrm>
        <a:graphic>
          <a:graphicData uri="http://schemas.openxmlformats.org/drawingml/2006/table">
            <a:tbl>
              <a:tblPr firstRow="1" bandRow="1">
                <a:tableStyleId>{5C22544A-7EE6-4342-B048-85BDC9FD1C3A}</a:tableStyleId>
              </a:tblPr>
              <a:tblGrid>
                <a:gridCol w="1463040">
                  <a:extLst>
                    <a:ext uri="{9D8B030D-6E8A-4147-A177-3AD203B41FA5}">
                      <a16:colId xmlns:a16="http://schemas.microsoft.com/office/drawing/2014/main" val="3493516026"/>
                    </a:ext>
                  </a:extLst>
                </a:gridCol>
                <a:gridCol w="3840480">
                  <a:extLst>
                    <a:ext uri="{9D8B030D-6E8A-4147-A177-3AD203B41FA5}">
                      <a16:colId xmlns:a16="http://schemas.microsoft.com/office/drawing/2014/main" val="3644781736"/>
                    </a:ext>
                  </a:extLst>
                </a:gridCol>
              </a:tblGrid>
              <a:tr h="177697">
                <a:tc>
                  <a:txBody>
                    <a:bodyPr/>
                    <a:lstStyle/>
                    <a:p>
                      <a:pPr latinLnBrk="0" eaLnBrk="1"/>
                      <a:r>
                        <a:rPr sz="1000" b="1">
                          <a:solidFill>
                            <a:srgbClr val="FFFFFF"/>
                          </a:solidFill>
                          <a:latin typeface="Arial"/>
                        </a:rPr>
                        <a:t>Field</a:t>
                      </a:r>
                    </a:p>
                  </a:txBody>
                  <a:tcPr/>
                </a:tc>
                <a:tc>
                  <a:txBody>
                    <a:bodyPr/>
                    <a:lstStyle/>
                    <a:p>
                      <a:pPr latinLnBrk="0" eaLnBrk="1"/>
                      <a:r>
                        <a:rPr sz="1000" b="1">
                          <a:solidFill>
                            <a:srgbClr val="FFFFFF"/>
                          </a:solidFill>
                          <a:latin typeface="Arial"/>
                        </a:rPr>
                        <a:t>Value</a:t>
                      </a:r>
                    </a:p>
                  </a:txBody>
                  <a:tcPr/>
                </a:tc>
                <a:extLst>
                  <a:ext uri="{0D108BD9-81ED-4DB2-BD59-A6C34878D82A}">
                    <a16:rowId xmlns:a16="http://schemas.microsoft.com/office/drawing/2014/main" val="631835464"/>
                  </a:ext>
                </a:extLst>
              </a:tr>
              <a:tr h="2543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sz="1000" b="0">
                          <a:solidFill>
                            <a:srgbClr val="262626"/>
                          </a:solidFill>
                          <a:latin typeface="Arial"/>
                        </a:rPr>
                        <a:t>Type</a:t>
                      </a:r>
                    </a:p>
                  </a:txBody>
                  <a:tcPr/>
                </a:tc>
                <a:tc>
                  <a:txBody>
                    <a:bodyPr/>
                    <a:lstStyle/>
                    <a:p>
                      <a:pPr latinLnBrk="0" eaLnBrk="1"/>
                      <a:r>
                        <a:rPr sz="1000" b="0">
                          <a:solidFill>
                            <a:srgbClr val="262626"/>
                          </a:solidFill>
                          <a:latin typeface="Arial"/>
                        </a:rPr>
                        <a:t>Xtream Codes</a:t>
                      </a:r>
                    </a:p>
                  </a:txBody>
                  <a:tcPr/>
                </a:tc>
                <a:extLst>
                  <a:ext uri="{0D108BD9-81ED-4DB2-BD59-A6C34878D82A}">
                    <a16:rowId xmlns:a16="http://schemas.microsoft.com/office/drawing/2014/main" val="524953750"/>
                  </a:ext>
                </a:extLst>
              </a:tr>
              <a:tr h="2543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sz="1000" b="0">
                          <a:solidFill>
                            <a:srgbClr val="262626"/>
                          </a:solidFill>
                          <a:latin typeface="Arial"/>
                        </a:rPr>
                        <a:t>Host</a:t>
                      </a:r>
                    </a:p>
                  </a:txBody>
                  <a:tcPr/>
                </a:tc>
                <a:tc>
                  <a:txBody>
                    <a:bodyPr/>
                    <a:lstStyle/>
                    <a:p>
                      <a:pPr latinLnBrk="0" eaLnBrk="1"/>
                      <a:r>
                        <a:rPr sz="1000" b="0">
                          <a:solidFill>
                            <a:srgbClr val="C0392B"/>
                          </a:solidFill>
                          <a:latin typeface="Arial"/>
                        </a:rPr>
                        <a:t>&lt;TEST_HOST&gt;</a:t>
                      </a:r>
                    </a:p>
                  </a:txBody>
                  <a:tcPr/>
                </a:tc>
                <a:extLst>
                  <a:ext uri="{0D108BD9-81ED-4DB2-BD59-A6C34878D82A}">
                    <a16:rowId xmlns:a16="http://schemas.microsoft.com/office/drawing/2014/main" val="524953750"/>
                  </a:ext>
                </a:extLst>
              </a:tr>
              <a:tr h="2543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sz="1000" b="0">
                          <a:solidFill>
                            <a:srgbClr val="262626"/>
                          </a:solidFill>
                          <a:latin typeface="Arial"/>
                        </a:rPr>
                        <a:t>User name</a:t>
                      </a:r>
                    </a:p>
                  </a:txBody>
                  <a:tcPr/>
                </a:tc>
                <a:tc>
                  <a:txBody>
                    <a:bodyPr/>
                    <a:lstStyle/>
                    <a:p>
                      <a:pPr latinLnBrk="0" eaLnBrk="1"/>
                      <a:r>
                        <a:rPr sz="1000" b="0">
                          <a:solidFill>
                            <a:srgbClr val="C0392B"/>
                          </a:solidFill>
                          <a:latin typeface="Arial"/>
                        </a:rPr>
                        <a:t>&lt;TEST_USERNAME&gt;</a:t>
                      </a:r>
                    </a:p>
                  </a:txBody>
                  <a:tcPr/>
                </a:tc>
                <a:extLst>
                  <a:ext uri="{0D108BD9-81ED-4DB2-BD59-A6C34878D82A}">
                    <a16:rowId xmlns:a16="http://schemas.microsoft.com/office/drawing/2014/main" val="524953750"/>
                  </a:ext>
                </a:extLst>
              </a:tr>
              <a:tr h="2543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sz="1000" b="0">
                          <a:solidFill>
                            <a:srgbClr val="262626"/>
                          </a:solidFill>
                          <a:latin typeface="Arial"/>
                        </a:rPr>
                        <a:t>Password</a:t>
                      </a:r>
                    </a:p>
                  </a:txBody>
                  <a:tcPr/>
                </a:tc>
                <a:tc>
                  <a:txBody>
                    <a:bodyPr/>
                    <a:lstStyle/>
                    <a:p>
                      <a:pPr latinLnBrk="0" eaLnBrk="1"/>
                      <a:r>
                        <a:rPr sz="1000" b="0">
                          <a:solidFill>
                            <a:srgbClr val="C0392B"/>
                          </a:solidFill>
                          <a:latin typeface="Arial"/>
                        </a:rPr>
                        <a:t>&lt;TEST_PASSWORD&gt;</a:t>
                      </a:r>
                    </a:p>
                  </a:txBody>
                  <a:tcPr/>
                </a:tc>
                <a:extLst>
                  <a:ext uri="{0D108BD9-81ED-4DB2-BD59-A6C34878D82A}">
                    <a16:rowId xmlns:a16="http://schemas.microsoft.com/office/drawing/2014/main" val="524953750"/>
                  </a:ext>
                </a:extLst>
              </a:tr>
            </a:tbl>
          </a:graphicData>
        </a:graphic>
      </p:graphicFrame>
    </p:spTree>
    <p:extLst>
      <p:ext uri="{BB962C8B-B14F-4D97-AF65-F5344CB8AC3E}">
        <p14:creationId xmlns:p14="http://schemas.microsoft.com/office/powerpoint/2010/main" val="424602369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p:cNvSpPr>
            <a:spLocks noGrp="1"/>
          </p:cNvSpPr>
          <p:nvPr>
            <p:ph type="title"/>
          </p:nvPr>
        </p:nvSpPr>
        <p:spPr>
          <a:prstGeom prst="rect">
            <a:avLst/>
          </a:prstGeom>
        </p:spPr>
        <p:txBody>
          <a:bodyPr/>
          <a:lstStyle/>
          <a:p>
            <a:r>
              <a:rPr lang="en-US" altLang="ko-KR" dirty="0"/>
              <a:t>Contents</a:t>
            </a:r>
            <a:endParaRPr lang="ko-KR" altLang="en-US" dirty="0"/>
          </a:p>
        </p:txBody>
      </p:sp>
      <p:sp>
        <p:nvSpPr>
          <p:cNvPr id="4" name="Slide Number Placeholder 3"/>
          <p:cNvSpPr>
            <a:spLocks noGrp="1"/>
          </p:cNvSpPr>
          <p:nvPr>
            <p:ph type="sldNum" sz="quarter" idx="4"/>
          </p:nvPr>
        </p:nvSpPr>
        <p:spPr/>
        <p:txBody>
          <a:bodyPr/>
          <a:lstStyle/>
          <a:p>
            <a:fld id="{42AF35AD-09C2-4EBD-8934-72FD947EF48F}" type="slidenum">
              <a:rPr lang="pl-PL" smtClean="0"/>
              <a:pPr/>
              <a:t>14</a:t>
            </a:fld>
            <a:endParaRPr lang="pl-PL" dirty="0"/>
          </a:p>
        </p:txBody>
      </p:sp>
      <p:sp>
        <p:nvSpPr>
          <p:cNvPr id="15" name="Rectangle 6"/>
          <p:cNvSpPr txBox="1">
            <a:spLocks noChangeArrowheads="1"/>
          </p:cNvSpPr>
          <p:nvPr/>
        </p:nvSpPr>
        <p:spPr bwMode="auto">
          <a:xfrm>
            <a:off x="527051" y="2501900"/>
            <a:ext cx="6997278" cy="402272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vert="horz" wrap="square" lIns="0" tIns="0" rIns="0" bIns="0" numCol="1" anchor="t" anchorCtr="0" compatLnSpc="1">
            <a:prstTxWarp prst="textNoShape">
              <a:avLst/>
            </a:prstTxWarp>
          </a:bodyPr>
          <a:lstStyle>
            <a:lvl1pPr marL="0" indent="0" algn="l" rtl="0" eaLnBrk="0" fontAlgn="base" hangingPunct="0">
              <a:lnSpc>
                <a:spcPct val="120000"/>
              </a:lnSpc>
              <a:spcBef>
                <a:spcPct val="0"/>
              </a:spcBef>
              <a:spcAft>
                <a:spcPct val="0"/>
              </a:spcAft>
              <a:buClr>
                <a:schemeClr val="tx1"/>
              </a:buClr>
              <a:buFont typeface="Symbol" pitchFamily="18" charset="2"/>
              <a:buNone/>
              <a:defRPr sz="1400" cap="none" baseline="0">
                <a:solidFill>
                  <a:srgbClr val="BFBFBF"/>
                </a:solidFill>
                <a:latin typeface="+mn-lt"/>
                <a:ea typeface="+mn-ea"/>
                <a:cs typeface="+mn-cs"/>
              </a:defRPr>
            </a:lvl1pPr>
            <a:lvl2pPr marL="179388" indent="0" algn="l" rtl="0" eaLnBrk="0" fontAlgn="base" hangingPunct="0">
              <a:lnSpc>
                <a:spcPct val="120000"/>
              </a:lnSpc>
              <a:spcBef>
                <a:spcPct val="0"/>
              </a:spcBef>
              <a:spcAft>
                <a:spcPct val="0"/>
              </a:spcAft>
              <a:buClr>
                <a:schemeClr val="tx1"/>
              </a:buClr>
              <a:buFont typeface="Symbol" charset="0"/>
              <a:buNone/>
              <a:defRPr sz="1600">
                <a:solidFill>
                  <a:schemeClr val="tx1"/>
                </a:solidFill>
                <a:latin typeface="+mn-lt"/>
                <a:ea typeface="Arial" charset="0"/>
                <a:cs typeface="+mn-cs"/>
              </a:defRPr>
            </a:lvl2pPr>
            <a:lvl3pPr marL="355600" indent="0" algn="l" rtl="0" eaLnBrk="0" fontAlgn="base" hangingPunct="0">
              <a:lnSpc>
                <a:spcPct val="120000"/>
              </a:lnSpc>
              <a:spcBef>
                <a:spcPct val="0"/>
              </a:spcBef>
              <a:spcAft>
                <a:spcPct val="0"/>
              </a:spcAft>
              <a:buClr>
                <a:schemeClr val="tx1"/>
              </a:buClr>
              <a:buFont typeface="Symbol" pitchFamily="18" charset="2"/>
              <a:buNone/>
              <a:defRPr sz="1600">
                <a:solidFill>
                  <a:schemeClr val="tx1"/>
                </a:solidFill>
                <a:latin typeface="+mn-lt"/>
                <a:ea typeface="Arial" charset="0"/>
                <a:cs typeface="+mn-cs"/>
              </a:defRPr>
            </a:lvl3pPr>
            <a:lvl4pPr marL="542925" indent="-188913" algn="l" rtl="0" eaLnBrk="0" fontAlgn="base" hangingPunct="0">
              <a:lnSpc>
                <a:spcPct val="105000"/>
              </a:lnSpc>
              <a:spcBef>
                <a:spcPct val="0"/>
              </a:spcBef>
              <a:spcAft>
                <a:spcPct val="0"/>
              </a:spcAft>
              <a:buClr>
                <a:schemeClr val="tx1"/>
              </a:buClr>
              <a:buFont typeface="Symbol" charset="0"/>
              <a:buChar char="-"/>
              <a:defRPr sz="1600">
                <a:solidFill>
                  <a:schemeClr val="tx1"/>
                </a:solidFill>
                <a:latin typeface="+mn-lt"/>
                <a:ea typeface="Arial" charset="0"/>
                <a:cs typeface="+mn-cs"/>
              </a:defRPr>
            </a:lvl4pPr>
            <a:lvl5pPr marL="714375" indent="-169863" algn="l" rtl="0" eaLnBrk="0" fontAlgn="base" hangingPunct="0">
              <a:lnSpc>
                <a:spcPct val="105000"/>
              </a:lnSpc>
              <a:spcBef>
                <a:spcPct val="0"/>
              </a:spcBef>
              <a:spcAft>
                <a:spcPct val="0"/>
              </a:spcAft>
              <a:buClr>
                <a:schemeClr val="tx1"/>
              </a:buClr>
              <a:buFont typeface="Symbol" charset="0"/>
              <a:buChar char="-"/>
              <a:defRPr sz="1600">
                <a:solidFill>
                  <a:schemeClr val="tx1"/>
                </a:solidFill>
                <a:latin typeface="+mn-lt"/>
                <a:ea typeface="Arial" charset="0"/>
                <a:cs typeface="+mn-cs"/>
              </a:defRPr>
            </a:lvl5pPr>
            <a:lvl6pPr marL="893763" indent="-179388" algn="l" rtl="0" eaLnBrk="1" fontAlgn="base" hangingPunct="1">
              <a:lnSpc>
                <a:spcPct val="105000"/>
              </a:lnSpc>
              <a:spcBef>
                <a:spcPct val="0"/>
              </a:spcBef>
              <a:spcAft>
                <a:spcPct val="0"/>
              </a:spcAft>
              <a:buClr>
                <a:schemeClr val="tx1"/>
              </a:buClr>
              <a:buFont typeface="Symbol" pitchFamily="18" charset="2"/>
              <a:buChar char="-"/>
              <a:defRPr sz="1600">
                <a:solidFill>
                  <a:schemeClr val="tx1"/>
                </a:solidFill>
                <a:latin typeface="+mn-lt"/>
                <a:ea typeface="Arial" charset="0"/>
                <a:cs typeface="+mn-cs"/>
              </a:defRPr>
            </a:lvl6pPr>
            <a:lvl7pPr marL="1628775" indent="-169863" algn="l" rtl="0" eaLnBrk="1" fontAlgn="base" hangingPunct="1">
              <a:lnSpc>
                <a:spcPts val="2400"/>
              </a:lnSpc>
              <a:spcBef>
                <a:spcPct val="0"/>
              </a:spcBef>
              <a:spcAft>
                <a:spcPct val="0"/>
              </a:spcAft>
              <a:buClr>
                <a:srgbClr val="CC0000"/>
              </a:buClr>
              <a:buChar char="•"/>
              <a:defRPr sz="1500">
                <a:solidFill>
                  <a:schemeClr val="tx1"/>
                </a:solidFill>
                <a:latin typeface="+mn-lt"/>
                <a:ea typeface="Arial" charset="0"/>
                <a:cs typeface="+mn-cs"/>
              </a:defRPr>
            </a:lvl7pPr>
            <a:lvl8pPr marL="2085975" indent="-169863" algn="l" rtl="0" eaLnBrk="1" fontAlgn="base" hangingPunct="1">
              <a:lnSpc>
                <a:spcPts val="2400"/>
              </a:lnSpc>
              <a:spcBef>
                <a:spcPct val="0"/>
              </a:spcBef>
              <a:spcAft>
                <a:spcPct val="0"/>
              </a:spcAft>
              <a:buClr>
                <a:srgbClr val="CC0000"/>
              </a:buClr>
              <a:buChar char="•"/>
              <a:defRPr sz="1500">
                <a:solidFill>
                  <a:schemeClr val="tx1"/>
                </a:solidFill>
                <a:latin typeface="+mn-lt"/>
                <a:ea typeface="Arial" charset="0"/>
                <a:cs typeface="+mn-cs"/>
              </a:defRPr>
            </a:lvl8pPr>
            <a:lvl9pPr marL="2543175" indent="-169863" algn="l" rtl="0" eaLnBrk="1" fontAlgn="base" hangingPunct="1">
              <a:lnSpc>
                <a:spcPts val="2400"/>
              </a:lnSpc>
              <a:spcBef>
                <a:spcPct val="0"/>
              </a:spcBef>
              <a:spcAft>
                <a:spcPct val="0"/>
              </a:spcAft>
              <a:buClr>
                <a:srgbClr val="CC0000"/>
              </a:buClr>
              <a:buChar char="•"/>
              <a:defRPr sz="1500">
                <a:solidFill>
                  <a:schemeClr val="tx1"/>
                </a:solidFill>
                <a:latin typeface="+mn-lt"/>
                <a:ea typeface="Arial" charset="0"/>
                <a:cs typeface="+mn-cs"/>
              </a:defRPr>
            </a:lvl9pPr>
          </a:lstStyle>
          <a:p>
            <a:pPr lvl="0" latinLnBrk="0">
              <a:buClr>
                <a:srgbClr val="000000"/>
              </a:buClr>
              <a:defRPr/>
            </a:pPr>
            <a:r>
              <a:rPr lang="en-US" kern="0" dirty="0">
                <a:solidFill>
                  <a:schemeClr val="bg1">
                    <a:lumMod val="75000"/>
                  </a:schemeClr>
                </a:solidFill>
                <a:cs typeface="Arial"/>
              </a:rPr>
              <a:t>UI Structure</a:t>
            </a:r>
            <a:endParaRPr lang="pl-PL" kern="0" dirty="0">
              <a:solidFill>
                <a:schemeClr val="bg1">
                  <a:lumMod val="75000"/>
                </a:schemeClr>
              </a:solidFill>
              <a:cs typeface="Arial"/>
            </a:endParaRPr>
          </a:p>
          <a:p>
            <a:pPr lvl="0" latinLnBrk="0">
              <a:buClr>
                <a:srgbClr val="000000"/>
              </a:buClr>
              <a:defRPr/>
            </a:pPr>
            <a:r>
              <a:rPr lang="en-US" kern="0" dirty="0">
                <a:solidFill>
                  <a:srgbClr val="FFFFFF">
                    <a:lumMod val="75000"/>
                  </a:srgbClr>
                </a:solidFill>
                <a:cs typeface="Arial"/>
              </a:rPr>
              <a:t>Use Cases</a:t>
            </a:r>
            <a:endParaRPr lang="pl-PL" kern="0" dirty="0">
              <a:solidFill>
                <a:srgbClr val="FFFFFF">
                  <a:lumMod val="75000"/>
                </a:srgbClr>
              </a:solidFill>
              <a:cs typeface="Arial"/>
            </a:endParaRPr>
          </a:p>
          <a:p>
            <a:pPr lvl="0" latinLnBrk="0">
              <a:buClr>
                <a:srgbClr val="000000"/>
              </a:buClr>
              <a:defRPr/>
            </a:pPr>
            <a:r>
              <a:rPr lang="en-US" b="1" kern="0" dirty="0">
                <a:solidFill>
                  <a:srgbClr val="374971"/>
                </a:solidFill>
                <a:cs typeface="Arial"/>
              </a:rPr>
              <a:t>Menus and Functions</a:t>
            </a:r>
            <a:endParaRPr lang="pl-PL" b="1" kern="0" dirty="0">
              <a:solidFill>
                <a:srgbClr val="374971"/>
              </a:solidFill>
              <a:cs typeface="Arial"/>
            </a:endParaRPr>
          </a:p>
          <a:p>
            <a:pPr lvl="0" latinLnBrk="0">
              <a:buClr>
                <a:srgbClr val="000000"/>
              </a:buClr>
              <a:defRPr/>
            </a:pPr>
            <a:r>
              <a:rPr lang="en-US" kern="0" dirty="0">
                <a:cs typeface="Arial"/>
              </a:rPr>
              <a:t>Remote Control Keys</a:t>
            </a:r>
            <a:endParaRPr lang="pl-PL" kern="0" dirty="0">
              <a:cs typeface="Arial"/>
            </a:endParaRPr>
          </a:p>
          <a:p>
            <a:pPr lvl="0" latinLnBrk="0">
              <a:buClr>
                <a:srgbClr val="000000"/>
              </a:buClr>
              <a:defRPr/>
            </a:pPr>
            <a:r>
              <a:rPr lang="en-US" kern="0" dirty="0">
                <a:cs typeface="Arial"/>
              </a:rPr>
              <a:t>Language Options</a:t>
            </a:r>
            <a:endParaRPr kumimoji="0" lang="en-US" sz="1400" b="0" i="0" u="none" strike="noStrike" kern="0" cap="none" spc="0" normalizeH="0" baseline="0" noProof="0" dirty="0">
              <a:ln>
                <a:noFill/>
              </a:ln>
              <a:solidFill>
                <a:srgbClr val="A6A6A6"/>
              </a:solidFill>
              <a:effectLst/>
              <a:uLnTx/>
              <a:uFillTx/>
              <a:latin typeface="Arial"/>
              <a:cs typeface="Arial"/>
            </a:endParaRPr>
          </a:p>
          <a:p>
            <a:pPr marL="0" marR="0" lvl="0" indent="0" algn="l" defTabSz="914400" rtl="0" eaLnBrk="0" fontAlgn="base" latinLnBrk="0" hangingPunct="0">
              <a:lnSpc>
                <a:spcPct val="120000"/>
              </a:lnSpc>
              <a:spcBef>
                <a:spcPct val="0"/>
              </a:spcBef>
              <a:spcAft>
                <a:spcPct val="0"/>
              </a:spcAft>
              <a:buClr>
                <a:srgbClr val="000000"/>
              </a:buClr>
              <a:buSzTx/>
              <a:buFont typeface="Symbol" pitchFamily="18" charset="2"/>
              <a:buNone/>
              <a:tabLst/>
              <a:defRPr/>
            </a:pPr>
            <a:endParaRPr kumimoji="0" lang="en-US" sz="1400" b="0" i="0" u="none" strike="noStrike" kern="0" cap="none" spc="0" normalizeH="0" baseline="0" noProof="0" dirty="0">
              <a:ln>
                <a:noFill/>
              </a:ln>
              <a:solidFill>
                <a:srgbClr val="A6A6A6"/>
              </a:solidFill>
              <a:effectLst/>
              <a:uLnTx/>
              <a:uFillTx/>
              <a:latin typeface="Arial"/>
              <a:cs typeface="Arial"/>
            </a:endParaRPr>
          </a:p>
          <a:p>
            <a:pPr marL="0" marR="0" lvl="0" indent="0" algn="l" defTabSz="914400" rtl="0" eaLnBrk="0" fontAlgn="base" latinLnBrk="0" hangingPunct="0">
              <a:lnSpc>
                <a:spcPct val="120000"/>
              </a:lnSpc>
              <a:spcBef>
                <a:spcPct val="0"/>
              </a:spcBef>
              <a:spcAft>
                <a:spcPct val="0"/>
              </a:spcAft>
              <a:buClr>
                <a:srgbClr val="000000"/>
              </a:buClr>
              <a:buSzTx/>
              <a:buFont typeface="Symbol" pitchFamily="18" charset="2"/>
              <a:buNone/>
              <a:tabLst/>
              <a:defRPr/>
            </a:pPr>
            <a:endParaRPr kumimoji="0" lang="en-US" sz="1400" b="0" i="0" u="none" strike="noStrike" kern="0" cap="none" spc="0" normalizeH="0" baseline="0" noProof="0" dirty="0">
              <a:ln>
                <a:noFill/>
              </a:ln>
              <a:solidFill>
                <a:srgbClr val="BFBFBF"/>
              </a:solidFill>
              <a:effectLst/>
              <a:uLnTx/>
              <a:uFillTx/>
              <a:latin typeface="Arial"/>
              <a:cs typeface="Arial"/>
            </a:endParaRPr>
          </a:p>
          <a:p>
            <a:pPr marL="0" marR="0" lvl="0" indent="0" algn="l" defTabSz="914400" rtl="0" eaLnBrk="0" fontAlgn="base" latinLnBrk="0" hangingPunct="0">
              <a:lnSpc>
                <a:spcPct val="120000"/>
              </a:lnSpc>
              <a:spcBef>
                <a:spcPct val="0"/>
              </a:spcBef>
              <a:spcAft>
                <a:spcPct val="0"/>
              </a:spcAft>
              <a:buClr>
                <a:srgbClr val="000000"/>
              </a:buClr>
              <a:buSzTx/>
              <a:buFont typeface="Symbol" pitchFamily="18" charset="2"/>
              <a:buNone/>
              <a:tabLst/>
              <a:defRPr/>
            </a:pPr>
            <a:endParaRPr kumimoji="0" lang="en-US" sz="1400" b="0" i="0" u="none" strike="noStrike" kern="0" cap="none" spc="0" normalizeH="0" baseline="0" noProof="0" dirty="0">
              <a:ln>
                <a:noFill/>
              </a:ln>
              <a:solidFill>
                <a:srgbClr val="BFBFBF"/>
              </a:solidFill>
              <a:effectLst/>
              <a:uLnTx/>
              <a:uFillTx/>
              <a:latin typeface="Arial"/>
              <a:cs typeface="Arial"/>
            </a:endParaRPr>
          </a:p>
          <a:p>
            <a:pPr marL="0" marR="0" lvl="0" indent="0" algn="l" defTabSz="914400" rtl="0" eaLnBrk="0" fontAlgn="base" latinLnBrk="0" hangingPunct="0">
              <a:lnSpc>
                <a:spcPct val="120000"/>
              </a:lnSpc>
              <a:spcBef>
                <a:spcPct val="0"/>
              </a:spcBef>
              <a:spcAft>
                <a:spcPct val="0"/>
              </a:spcAft>
              <a:buClr>
                <a:srgbClr val="000000"/>
              </a:buClr>
              <a:buSzTx/>
              <a:buFont typeface="Symbol" pitchFamily="18" charset="2"/>
              <a:buNone/>
              <a:tabLst/>
              <a:defRPr/>
            </a:pPr>
            <a:endParaRPr kumimoji="0" lang="en-US" sz="1400" b="0" i="0" u="none" strike="noStrike" kern="0" cap="none" spc="0" normalizeH="0" baseline="0" noProof="0" dirty="0">
              <a:ln>
                <a:noFill/>
              </a:ln>
              <a:solidFill>
                <a:srgbClr val="BFBFBF"/>
              </a:solidFill>
              <a:effectLst/>
              <a:uLnTx/>
              <a:uFillTx/>
              <a:latin typeface="Arial"/>
              <a:cs typeface="Arial"/>
            </a:endParaRPr>
          </a:p>
        </p:txBody>
      </p:sp>
      <p:grpSp>
        <p:nvGrpSpPr>
          <p:cNvPr id="16" name="Grupp 3"/>
          <p:cNvGrpSpPr>
            <a:grpSpLocks/>
          </p:cNvGrpSpPr>
          <p:nvPr/>
        </p:nvGrpSpPr>
        <p:grpSpPr bwMode="auto">
          <a:xfrm>
            <a:off x="0" y="2996952"/>
            <a:ext cx="331788" cy="323850"/>
            <a:chOff x="3044126" y="1710821"/>
            <a:chExt cx="331004" cy="547536"/>
          </a:xfrm>
        </p:grpSpPr>
        <p:sp>
          <p:nvSpPr>
            <p:cNvPr id="17" name="Rektangel med rundade hörn 4"/>
            <p:cNvSpPr/>
            <p:nvPr/>
          </p:nvSpPr>
          <p:spPr>
            <a:xfrm>
              <a:off x="3044126" y="1710821"/>
              <a:ext cx="221725" cy="544853"/>
            </a:xfrm>
            <a:prstGeom prst="roundRect">
              <a:avLst>
                <a:gd name="adj" fmla="val 0"/>
              </a:avLst>
            </a:prstGeom>
            <a:gradFill flip="none" rotWithShape="1">
              <a:gsLst>
                <a:gs pos="0">
                  <a:srgbClr val="2B3957"/>
                </a:gs>
                <a:gs pos="79000">
                  <a:srgbClr val="516BA5"/>
                </a:gs>
              </a:gsLst>
              <a:lin ang="0" scaled="1"/>
              <a:tileRect/>
            </a:gradFill>
            <a:ln w="12700" cap="flat" cmpd="sng" algn="ctr">
              <a:noFill/>
              <a:prstDash val="solid"/>
            </a:ln>
            <a:effectLst/>
          </p:spPr>
          <p:txBody>
            <a:bodyPr lIns="0" tIns="0" rIns="0" bIns="0"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sv-SE" sz="1000" b="0" i="0" u="none" strike="noStrike" kern="0" cap="none" spc="0" normalizeH="0" baseline="0" noProof="0" dirty="0">
                <a:ln>
                  <a:noFill/>
                </a:ln>
                <a:solidFill>
                  <a:srgbClr val="FFFFFF"/>
                </a:solidFill>
                <a:effectLst/>
                <a:uLnTx/>
                <a:uFillTx/>
                <a:latin typeface="Helvetica Neue"/>
                <a:cs typeface="Helvetica Neue"/>
              </a:endParaRPr>
            </a:p>
          </p:txBody>
        </p:sp>
        <p:sp>
          <p:nvSpPr>
            <p:cNvPr id="18" name="Likbent triangel 5"/>
            <p:cNvSpPr/>
            <p:nvPr/>
          </p:nvSpPr>
          <p:spPr>
            <a:xfrm rot="5400000">
              <a:off x="3045931" y="1929157"/>
              <a:ext cx="547536" cy="110862"/>
            </a:xfrm>
            <a:prstGeom prst="triangle">
              <a:avLst/>
            </a:prstGeom>
            <a:solidFill>
              <a:srgbClr val="516BA5"/>
            </a:solidFill>
            <a:ln w="9525" cap="flat" cmpd="sng" algn="ctr">
              <a:noFill/>
              <a:prstDash val="solid"/>
            </a:ln>
            <a:effectLst/>
          </p:spPr>
          <p:txBody>
            <a:bodyPr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sv-SE" sz="1500" b="0" i="0" u="none" strike="noStrike" kern="0" cap="none" spc="0" normalizeH="0" baseline="0" noProof="0">
                <a:ln>
                  <a:noFill/>
                </a:ln>
                <a:solidFill>
                  <a:srgbClr val="FFFFFF"/>
                </a:solidFill>
                <a:effectLst/>
                <a:uLnTx/>
                <a:uFillTx/>
                <a:latin typeface="Arial"/>
                <a:cs typeface="Arial"/>
              </a:endParaRPr>
            </a:p>
          </p:txBody>
        </p:sp>
      </p:grpSp>
    </p:spTree>
    <p:extLst>
      <p:ext uri="{BB962C8B-B14F-4D97-AF65-F5344CB8AC3E}">
        <p14:creationId xmlns:p14="http://schemas.microsoft.com/office/powerpoint/2010/main" val="6795199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pl-PL" dirty="0"/>
              <a:t>Menus and Functions</a:t>
            </a:r>
          </a:p>
        </p:txBody>
      </p:sp>
      <p:sp>
        <p:nvSpPr>
          <p:cNvPr id="3" name="Slide Number Placeholder 2"/>
          <p:cNvSpPr>
            <a:spLocks noGrp="1"/>
          </p:cNvSpPr>
          <p:nvPr>
            <p:ph type="sldNum" sz="quarter" idx="4"/>
          </p:nvPr>
        </p:nvSpPr>
        <p:spPr/>
        <p:txBody>
          <a:bodyPr/>
          <a:lstStyle/>
          <a:p>
            <a:fld id="{42AF35AD-09C2-4EBD-8934-72FD947EF48F}" type="slidenum">
              <a:rPr lang="pl-PL" smtClean="0"/>
              <a:pPr/>
              <a:t>15</a:t>
            </a:fld>
            <a:endParaRPr lang="pl-PL" dirty="0"/>
          </a:p>
        </p:txBody>
      </p:sp>
      <p:sp>
        <p:nvSpPr>
          <p:cNvPr id="6" name="Content Placeholder 5"/>
          <p:cNvSpPr>
            <a:spLocks noGrp="1"/>
          </p:cNvSpPr>
          <p:nvPr>
            <p:ph idx="1"/>
          </p:nvPr>
        </p:nvSpPr>
        <p:spPr/>
        <p:txBody>
          <a:bodyPr/>
          <a:lstStyle/>
          <a:p>
            <a:pPr latinLnBrk="0" eaLnBrk="1"/>
            <a:r>
              <a:rPr sz="1400">
                <a:solidFill>
                  <a:srgbClr val="262626"/>
                </a:solidFill>
              </a:rPr>
              <a:t>One slide per screen, with numbered labels on a real screenshot of this version.</a:t>
            </a:r>
          </a:p>
          <a:p>
            <a:pPr latinLnBrk="0" eaLnBrk="1"/>
            <a:r>
              <a:rPr sz="1400">
                <a:solidFill>
                  <a:srgbClr val="262626"/>
                </a:solidFill>
              </a:rPr>
              <a:t>Screenshots taken with the application in English and a fictional demo playlist (names, posters and logos invented for the demo). Content names come from the playlist and are not translated.</a:t>
            </a:r>
          </a:p>
          <a:p>
            <a:pPr latinLnBrk="0" eaLnBrk="1"/>
            <a:r>
              <a:rPr sz="1400">
                <a:solidFill>
                  <a:srgbClr val="262626"/>
                </a:solidFill>
              </a:rPr>
              <a:t>Every screen keeps one item focused (orange frame); the key guide at the bottom shows the keys of that screen.</a:t>
            </a:r>
          </a:p>
        </p:txBody>
      </p:sp>
    </p:spTree>
    <p:extLst>
      <p:ext uri="{BB962C8B-B14F-4D97-AF65-F5344CB8AC3E}">
        <p14:creationId xmlns:p14="http://schemas.microsoft.com/office/powerpoint/2010/main" val="195606512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p:cNvSpPr>
            <a:spLocks noGrp="1"/>
          </p:cNvSpPr>
          <p:nvPr>
            <p:ph type="title"/>
          </p:nvPr>
        </p:nvSpPr>
        <p:spPr>
          <a:prstGeom prst="rect">
            <a:avLst/>
          </a:prstGeom>
        </p:spPr>
        <p:txBody>
          <a:bodyPr/>
          <a:lstStyle/>
          <a:p>
            <a:r>
              <a:rPr lang="en-US" altLang="ko-KR" dirty="0"/>
              <a:t>Contents</a:t>
            </a:r>
            <a:endParaRPr lang="ko-KR" altLang="en-US" dirty="0"/>
          </a:p>
        </p:txBody>
      </p:sp>
      <p:sp>
        <p:nvSpPr>
          <p:cNvPr id="4" name="Slide Number Placeholder 3"/>
          <p:cNvSpPr>
            <a:spLocks noGrp="1"/>
          </p:cNvSpPr>
          <p:nvPr>
            <p:ph type="sldNum" sz="quarter" idx="4"/>
          </p:nvPr>
        </p:nvSpPr>
        <p:spPr/>
        <p:txBody>
          <a:bodyPr/>
          <a:lstStyle/>
          <a:p>
            <a:fld id="{42AF35AD-09C2-4EBD-8934-72FD947EF48F}" type="slidenum">
              <a:rPr lang="pl-PL" smtClean="0"/>
              <a:pPr/>
              <a:t>18</a:t>
            </a:fld>
            <a:endParaRPr lang="pl-PL" dirty="0"/>
          </a:p>
        </p:txBody>
      </p:sp>
      <p:sp>
        <p:nvSpPr>
          <p:cNvPr id="15" name="Rectangle 6"/>
          <p:cNvSpPr txBox="1">
            <a:spLocks noChangeArrowheads="1"/>
          </p:cNvSpPr>
          <p:nvPr/>
        </p:nvSpPr>
        <p:spPr bwMode="auto">
          <a:xfrm>
            <a:off x="527051" y="2501900"/>
            <a:ext cx="6997278" cy="402272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vert="horz" wrap="square" lIns="0" tIns="0" rIns="0" bIns="0" numCol="1" anchor="t" anchorCtr="0" compatLnSpc="1">
            <a:prstTxWarp prst="textNoShape">
              <a:avLst/>
            </a:prstTxWarp>
          </a:bodyPr>
          <a:lstStyle>
            <a:lvl1pPr marL="0" indent="0" algn="l" rtl="0" eaLnBrk="0" fontAlgn="base" hangingPunct="0">
              <a:lnSpc>
                <a:spcPct val="120000"/>
              </a:lnSpc>
              <a:spcBef>
                <a:spcPct val="0"/>
              </a:spcBef>
              <a:spcAft>
                <a:spcPct val="0"/>
              </a:spcAft>
              <a:buClr>
                <a:schemeClr val="tx1"/>
              </a:buClr>
              <a:buFont typeface="Symbol" pitchFamily="18" charset="2"/>
              <a:buNone/>
              <a:defRPr sz="1400" cap="none" baseline="0">
                <a:solidFill>
                  <a:srgbClr val="BFBFBF"/>
                </a:solidFill>
                <a:latin typeface="+mn-lt"/>
                <a:ea typeface="+mn-ea"/>
                <a:cs typeface="+mn-cs"/>
              </a:defRPr>
            </a:lvl1pPr>
            <a:lvl2pPr marL="179388" indent="0" algn="l" rtl="0" eaLnBrk="0" fontAlgn="base" hangingPunct="0">
              <a:lnSpc>
                <a:spcPct val="120000"/>
              </a:lnSpc>
              <a:spcBef>
                <a:spcPct val="0"/>
              </a:spcBef>
              <a:spcAft>
                <a:spcPct val="0"/>
              </a:spcAft>
              <a:buClr>
                <a:schemeClr val="tx1"/>
              </a:buClr>
              <a:buFont typeface="Symbol" charset="0"/>
              <a:buNone/>
              <a:defRPr sz="1600">
                <a:solidFill>
                  <a:schemeClr val="tx1"/>
                </a:solidFill>
                <a:latin typeface="+mn-lt"/>
                <a:ea typeface="Arial" charset="0"/>
                <a:cs typeface="+mn-cs"/>
              </a:defRPr>
            </a:lvl2pPr>
            <a:lvl3pPr marL="355600" indent="0" algn="l" rtl="0" eaLnBrk="0" fontAlgn="base" hangingPunct="0">
              <a:lnSpc>
                <a:spcPct val="120000"/>
              </a:lnSpc>
              <a:spcBef>
                <a:spcPct val="0"/>
              </a:spcBef>
              <a:spcAft>
                <a:spcPct val="0"/>
              </a:spcAft>
              <a:buClr>
                <a:schemeClr val="tx1"/>
              </a:buClr>
              <a:buFont typeface="Symbol" pitchFamily="18" charset="2"/>
              <a:buNone/>
              <a:defRPr sz="1600">
                <a:solidFill>
                  <a:schemeClr val="tx1"/>
                </a:solidFill>
                <a:latin typeface="+mn-lt"/>
                <a:ea typeface="Arial" charset="0"/>
                <a:cs typeface="+mn-cs"/>
              </a:defRPr>
            </a:lvl3pPr>
            <a:lvl4pPr marL="542925" indent="-188913" algn="l" rtl="0" eaLnBrk="0" fontAlgn="base" hangingPunct="0">
              <a:lnSpc>
                <a:spcPct val="105000"/>
              </a:lnSpc>
              <a:spcBef>
                <a:spcPct val="0"/>
              </a:spcBef>
              <a:spcAft>
                <a:spcPct val="0"/>
              </a:spcAft>
              <a:buClr>
                <a:schemeClr val="tx1"/>
              </a:buClr>
              <a:buFont typeface="Symbol" charset="0"/>
              <a:buChar char="-"/>
              <a:defRPr sz="1600">
                <a:solidFill>
                  <a:schemeClr val="tx1"/>
                </a:solidFill>
                <a:latin typeface="+mn-lt"/>
                <a:ea typeface="Arial" charset="0"/>
                <a:cs typeface="+mn-cs"/>
              </a:defRPr>
            </a:lvl4pPr>
            <a:lvl5pPr marL="714375" indent="-169863" algn="l" rtl="0" eaLnBrk="0" fontAlgn="base" hangingPunct="0">
              <a:lnSpc>
                <a:spcPct val="105000"/>
              </a:lnSpc>
              <a:spcBef>
                <a:spcPct val="0"/>
              </a:spcBef>
              <a:spcAft>
                <a:spcPct val="0"/>
              </a:spcAft>
              <a:buClr>
                <a:schemeClr val="tx1"/>
              </a:buClr>
              <a:buFont typeface="Symbol" charset="0"/>
              <a:buChar char="-"/>
              <a:defRPr sz="1600">
                <a:solidFill>
                  <a:schemeClr val="tx1"/>
                </a:solidFill>
                <a:latin typeface="+mn-lt"/>
                <a:ea typeface="Arial" charset="0"/>
                <a:cs typeface="+mn-cs"/>
              </a:defRPr>
            </a:lvl5pPr>
            <a:lvl6pPr marL="893763" indent="-179388" algn="l" rtl="0" eaLnBrk="1" fontAlgn="base" hangingPunct="1">
              <a:lnSpc>
                <a:spcPct val="105000"/>
              </a:lnSpc>
              <a:spcBef>
                <a:spcPct val="0"/>
              </a:spcBef>
              <a:spcAft>
                <a:spcPct val="0"/>
              </a:spcAft>
              <a:buClr>
                <a:schemeClr val="tx1"/>
              </a:buClr>
              <a:buFont typeface="Symbol" pitchFamily="18" charset="2"/>
              <a:buChar char="-"/>
              <a:defRPr sz="1600">
                <a:solidFill>
                  <a:schemeClr val="tx1"/>
                </a:solidFill>
                <a:latin typeface="+mn-lt"/>
                <a:ea typeface="Arial" charset="0"/>
                <a:cs typeface="+mn-cs"/>
              </a:defRPr>
            </a:lvl6pPr>
            <a:lvl7pPr marL="1628775" indent="-169863" algn="l" rtl="0" eaLnBrk="1" fontAlgn="base" hangingPunct="1">
              <a:lnSpc>
                <a:spcPts val="2400"/>
              </a:lnSpc>
              <a:spcBef>
                <a:spcPct val="0"/>
              </a:spcBef>
              <a:spcAft>
                <a:spcPct val="0"/>
              </a:spcAft>
              <a:buClr>
                <a:srgbClr val="CC0000"/>
              </a:buClr>
              <a:buChar char="•"/>
              <a:defRPr sz="1500">
                <a:solidFill>
                  <a:schemeClr val="tx1"/>
                </a:solidFill>
                <a:latin typeface="+mn-lt"/>
                <a:ea typeface="Arial" charset="0"/>
                <a:cs typeface="+mn-cs"/>
              </a:defRPr>
            </a:lvl7pPr>
            <a:lvl8pPr marL="2085975" indent="-169863" algn="l" rtl="0" eaLnBrk="1" fontAlgn="base" hangingPunct="1">
              <a:lnSpc>
                <a:spcPts val="2400"/>
              </a:lnSpc>
              <a:spcBef>
                <a:spcPct val="0"/>
              </a:spcBef>
              <a:spcAft>
                <a:spcPct val="0"/>
              </a:spcAft>
              <a:buClr>
                <a:srgbClr val="CC0000"/>
              </a:buClr>
              <a:buChar char="•"/>
              <a:defRPr sz="1500">
                <a:solidFill>
                  <a:schemeClr val="tx1"/>
                </a:solidFill>
                <a:latin typeface="+mn-lt"/>
                <a:ea typeface="Arial" charset="0"/>
                <a:cs typeface="+mn-cs"/>
              </a:defRPr>
            </a:lvl8pPr>
            <a:lvl9pPr marL="2543175" indent="-169863" algn="l" rtl="0" eaLnBrk="1" fontAlgn="base" hangingPunct="1">
              <a:lnSpc>
                <a:spcPts val="2400"/>
              </a:lnSpc>
              <a:spcBef>
                <a:spcPct val="0"/>
              </a:spcBef>
              <a:spcAft>
                <a:spcPct val="0"/>
              </a:spcAft>
              <a:buClr>
                <a:srgbClr val="CC0000"/>
              </a:buClr>
              <a:buChar char="•"/>
              <a:defRPr sz="1500">
                <a:solidFill>
                  <a:schemeClr val="tx1"/>
                </a:solidFill>
                <a:latin typeface="+mn-lt"/>
                <a:ea typeface="Arial" charset="0"/>
                <a:cs typeface="+mn-cs"/>
              </a:defRPr>
            </a:lvl9pPr>
          </a:lstStyle>
          <a:p>
            <a:pPr lvl="0" latinLnBrk="0">
              <a:buClr>
                <a:srgbClr val="000000"/>
              </a:buClr>
              <a:defRPr/>
            </a:pPr>
            <a:r>
              <a:rPr lang="en-US" kern="0" dirty="0">
                <a:solidFill>
                  <a:schemeClr val="bg1">
                    <a:lumMod val="75000"/>
                  </a:schemeClr>
                </a:solidFill>
                <a:cs typeface="Arial"/>
              </a:rPr>
              <a:t>UI Structure</a:t>
            </a:r>
            <a:endParaRPr lang="pl-PL" kern="0" dirty="0">
              <a:solidFill>
                <a:schemeClr val="bg1">
                  <a:lumMod val="75000"/>
                </a:schemeClr>
              </a:solidFill>
              <a:cs typeface="Arial"/>
            </a:endParaRPr>
          </a:p>
          <a:p>
            <a:pPr lvl="0" latinLnBrk="0">
              <a:buClr>
                <a:srgbClr val="000000"/>
              </a:buClr>
              <a:defRPr/>
            </a:pPr>
            <a:r>
              <a:rPr lang="en-US" kern="0" dirty="0">
                <a:solidFill>
                  <a:srgbClr val="FFFFFF">
                    <a:lumMod val="75000"/>
                  </a:srgbClr>
                </a:solidFill>
                <a:cs typeface="Arial"/>
              </a:rPr>
              <a:t>Use Cases</a:t>
            </a:r>
            <a:endParaRPr lang="pl-PL" kern="0" dirty="0">
              <a:solidFill>
                <a:srgbClr val="FFFFFF">
                  <a:lumMod val="75000"/>
                </a:srgbClr>
              </a:solidFill>
              <a:cs typeface="Arial"/>
            </a:endParaRPr>
          </a:p>
          <a:p>
            <a:pPr lvl="0" latinLnBrk="0">
              <a:buClr>
                <a:srgbClr val="000000"/>
              </a:buClr>
              <a:defRPr/>
            </a:pPr>
            <a:r>
              <a:rPr lang="en-US" kern="0" dirty="0">
                <a:cs typeface="Arial"/>
              </a:rPr>
              <a:t>Menus and Functions</a:t>
            </a:r>
            <a:endParaRPr lang="pl-PL" kern="0" dirty="0">
              <a:cs typeface="Arial"/>
            </a:endParaRPr>
          </a:p>
          <a:p>
            <a:pPr lvl="0" latinLnBrk="0">
              <a:buClr>
                <a:srgbClr val="000000"/>
              </a:buClr>
              <a:defRPr/>
            </a:pPr>
            <a:r>
              <a:rPr lang="en-US" b="1" kern="0" dirty="0">
                <a:solidFill>
                  <a:srgbClr val="374971"/>
                </a:solidFill>
                <a:cs typeface="Arial"/>
              </a:rPr>
              <a:t>Remote Control Keys</a:t>
            </a:r>
            <a:endParaRPr lang="pl-PL" b="1" kern="0" dirty="0">
              <a:solidFill>
                <a:srgbClr val="374971"/>
              </a:solidFill>
              <a:cs typeface="Arial"/>
            </a:endParaRPr>
          </a:p>
          <a:p>
            <a:pPr lvl="0" latinLnBrk="0">
              <a:buClr>
                <a:srgbClr val="000000"/>
              </a:buClr>
              <a:defRPr/>
            </a:pPr>
            <a:r>
              <a:rPr lang="en-US" kern="0" dirty="0">
                <a:cs typeface="Arial"/>
              </a:rPr>
              <a:t>Language Options</a:t>
            </a:r>
            <a:endParaRPr kumimoji="0" lang="en-US" sz="1400" b="0" i="0" u="none" strike="noStrike" kern="0" cap="none" spc="0" normalizeH="0" baseline="0" noProof="0" dirty="0">
              <a:ln>
                <a:noFill/>
              </a:ln>
              <a:solidFill>
                <a:srgbClr val="A6A6A6"/>
              </a:solidFill>
              <a:effectLst/>
              <a:uLnTx/>
              <a:uFillTx/>
              <a:latin typeface="Arial"/>
              <a:cs typeface="Arial"/>
            </a:endParaRPr>
          </a:p>
          <a:p>
            <a:pPr marL="0" marR="0" lvl="0" indent="0" algn="l" defTabSz="914400" rtl="0" eaLnBrk="0" fontAlgn="base" latinLnBrk="0" hangingPunct="0">
              <a:lnSpc>
                <a:spcPct val="120000"/>
              </a:lnSpc>
              <a:spcBef>
                <a:spcPct val="0"/>
              </a:spcBef>
              <a:spcAft>
                <a:spcPct val="0"/>
              </a:spcAft>
              <a:buClr>
                <a:srgbClr val="000000"/>
              </a:buClr>
              <a:buSzTx/>
              <a:buFont typeface="Symbol" pitchFamily="18" charset="2"/>
              <a:buNone/>
              <a:tabLst/>
              <a:defRPr/>
            </a:pPr>
            <a:endParaRPr kumimoji="0" lang="en-US" sz="1400" b="0" i="0" u="none" strike="noStrike" kern="0" cap="none" spc="0" normalizeH="0" baseline="0" noProof="0" dirty="0">
              <a:ln>
                <a:noFill/>
              </a:ln>
              <a:solidFill>
                <a:srgbClr val="A6A6A6"/>
              </a:solidFill>
              <a:effectLst/>
              <a:uLnTx/>
              <a:uFillTx/>
              <a:latin typeface="Arial"/>
              <a:cs typeface="Arial"/>
            </a:endParaRPr>
          </a:p>
          <a:p>
            <a:pPr marL="0" marR="0" lvl="0" indent="0" algn="l" defTabSz="914400" rtl="0" eaLnBrk="0" fontAlgn="base" latinLnBrk="0" hangingPunct="0">
              <a:lnSpc>
                <a:spcPct val="120000"/>
              </a:lnSpc>
              <a:spcBef>
                <a:spcPct val="0"/>
              </a:spcBef>
              <a:spcAft>
                <a:spcPct val="0"/>
              </a:spcAft>
              <a:buClr>
                <a:srgbClr val="000000"/>
              </a:buClr>
              <a:buSzTx/>
              <a:buFont typeface="Symbol" pitchFamily="18" charset="2"/>
              <a:buNone/>
              <a:tabLst/>
              <a:defRPr/>
            </a:pPr>
            <a:endParaRPr kumimoji="0" lang="en-US" sz="1400" b="0" i="0" u="none" strike="noStrike" kern="0" cap="none" spc="0" normalizeH="0" baseline="0" noProof="0" dirty="0">
              <a:ln>
                <a:noFill/>
              </a:ln>
              <a:solidFill>
                <a:srgbClr val="BFBFBF"/>
              </a:solidFill>
              <a:effectLst/>
              <a:uLnTx/>
              <a:uFillTx/>
              <a:latin typeface="Arial"/>
              <a:cs typeface="Arial"/>
            </a:endParaRPr>
          </a:p>
          <a:p>
            <a:pPr marL="0" marR="0" lvl="0" indent="0" algn="l" defTabSz="914400" rtl="0" eaLnBrk="0" fontAlgn="base" latinLnBrk="0" hangingPunct="0">
              <a:lnSpc>
                <a:spcPct val="120000"/>
              </a:lnSpc>
              <a:spcBef>
                <a:spcPct val="0"/>
              </a:spcBef>
              <a:spcAft>
                <a:spcPct val="0"/>
              </a:spcAft>
              <a:buClr>
                <a:srgbClr val="000000"/>
              </a:buClr>
              <a:buSzTx/>
              <a:buFont typeface="Symbol" pitchFamily="18" charset="2"/>
              <a:buNone/>
              <a:tabLst/>
              <a:defRPr/>
            </a:pPr>
            <a:endParaRPr kumimoji="0" lang="en-US" sz="1400" b="0" i="0" u="none" strike="noStrike" kern="0" cap="none" spc="0" normalizeH="0" baseline="0" noProof="0" dirty="0">
              <a:ln>
                <a:noFill/>
              </a:ln>
              <a:solidFill>
                <a:srgbClr val="BFBFBF"/>
              </a:solidFill>
              <a:effectLst/>
              <a:uLnTx/>
              <a:uFillTx/>
              <a:latin typeface="Arial"/>
              <a:cs typeface="Arial"/>
            </a:endParaRPr>
          </a:p>
          <a:p>
            <a:pPr marL="0" marR="0" lvl="0" indent="0" algn="l" defTabSz="914400" rtl="0" eaLnBrk="0" fontAlgn="base" latinLnBrk="0" hangingPunct="0">
              <a:lnSpc>
                <a:spcPct val="120000"/>
              </a:lnSpc>
              <a:spcBef>
                <a:spcPct val="0"/>
              </a:spcBef>
              <a:spcAft>
                <a:spcPct val="0"/>
              </a:spcAft>
              <a:buClr>
                <a:srgbClr val="000000"/>
              </a:buClr>
              <a:buSzTx/>
              <a:buFont typeface="Symbol" pitchFamily="18" charset="2"/>
              <a:buNone/>
              <a:tabLst/>
              <a:defRPr/>
            </a:pPr>
            <a:endParaRPr kumimoji="0" lang="en-US" sz="1400" b="0" i="0" u="none" strike="noStrike" kern="0" cap="none" spc="0" normalizeH="0" baseline="0" noProof="0" dirty="0">
              <a:ln>
                <a:noFill/>
              </a:ln>
              <a:solidFill>
                <a:srgbClr val="BFBFBF"/>
              </a:solidFill>
              <a:effectLst/>
              <a:uLnTx/>
              <a:uFillTx/>
              <a:latin typeface="Arial"/>
              <a:cs typeface="Arial"/>
            </a:endParaRPr>
          </a:p>
        </p:txBody>
      </p:sp>
      <p:grpSp>
        <p:nvGrpSpPr>
          <p:cNvPr id="16" name="Grupp 3"/>
          <p:cNvGrpSpPr>
            <a:grpSpLocks/>
          </p:cNvGrpSpPr>
          <p:nvPr/>
        </p:nvGrpSpPr>
        <p:grpSpPr bwMode="auto">
          <a:xfrm>
            <a:off x="0" y="3249166"/>
            <a:ext cx="331788" cy="323850"/>
            <a:chOff x="3044126" y="1710821"/>
            <a:chExt cx="331004" cy="547536"/>
          </a:xfrm>
        </p:grpSpPr>
        <p:sp>
          <p:nvSpPr>
            <p:cNvPr id="17" name="Rektangel med rundade hörn 4"/>
            <p:cNvSpPr/>
            <p:nvPr/>
          </p:nvSpPr>
          <p:spPr>
            <a:xfrm>
              <a:off x="3044126" y="1710821"/>
              <a:ext cx="221725" cy="544853"/>
            </a:xfrm>
            <a:prstGeom prst="roundRect">
              <a:avLst>
                <a:gd name="adj" fmla="val 0"/>
              </a:avLst>
            </a:prstGeom>
            <a:gradFill flip="none" rotWithShape="1">
              <a:gsLst>
                <a:gs pos="0">
                  <a:srgbClr val="2B3957"/>
                </a:gs>
                <a:gs pos="79000">
                  <a:srgbClr val="516BA5"/>
                </a:gs>
              </a:gsLst>
              <a:lin ang="0" scaled="1"/>
              <a:tileRect/>
            </a:gradFill>
            <a:ln w="12700" cap="flat" cmpd="sng" algn="ctr">
              <a:noFill/>
              <a:prstDash val="solid"/>
            </a:ln>
            <a:effectLst/>
          </p:spPr>
          <p:txBody>
            <a:bodyPr lIns="0" tIns="0" rIns="0" bIns="0"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sv-SE" sz="1000" b="0" i="0" u="none" strike="noStrike" kern="0" cap="none" spc="0" normalizeH="0" baseline="0" noProof="0" dirty="0">
                <a:ln>
                  <a:noFill/>
                </a:ln>
                <a:solidFill>
                  <a:srgbClr val="FFFFFF"/>
                </a:solidFill>
                <a:effectLst/>
                <a:uLnTx/>
                <a:uFillTx/>
                <a:latin typeface="Helvetica Neue"/>
                <a:cs typeface="Helvetica Neue"/>
              </a:endParaRPr>
            </a:p>
          </p:txBody>
        </p:sp>
        <p:sp>
          <p:nvSpPr>
            <p:cNvPr id="18" name="Likbent triangel 5"/>
            <p:cNvSpPr/>
            <p:nvPr/>
          </p:nvSpPr>
          <p:spPr>
            <a:xfrm rot="5400000">
              <a:off x="3045931" y="1929157"/>
              <a:ext cx="547536" cy="110862"/>
            </a:xfrm>
            <a:prstGeom prst="triangle">
              <a:avLst/>
            </a:prstGeom>
            <a:solidFill>
              <a:srgbClr val="516BA5"/>
            </a:solidFill>
            <a:ln w="9525" cap="flat" cmpd="sng" algn="ctr">
              <a:noFill/>
              <a:prstDash val="solid"/>
            </a:ln>
            <a:effectLst/>
          </p:spPr>
          <p:txBody>
            <a:bodyPr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sv-SE" sz="1500" b="0" i="0" u="none" strike="noStrike" kern="0" cap="none" spc="0" normalizeH="0" baseline="0" noProof="0">
                <a:ln>
                  <a:noFill/>
                </a:ln>
                <a:solidFill>
                  <a:srgbClr val="FFFFFF"/>
                </a:solidFill>
                <a:effectLst/>
                <a:uLnTx/>
                <a:uFillTx/>
                <a:latin typeface="Arial"/>
                <a:cs typeface="Arial"/>
              </a:endParaRPr>
            </a:p>
          </p:txBody>
        </p:sp>
      </p:grpSp>
    </p:spTree>
    <p:extLst>
      <p:ext uri="{BB962C8B-B14F-4D97-AF65-F5344CB8AC3E}">
        <p14:creationId xmlns:p14="http://schemas.microsoft.com/office/powerpoint/2010/main" val="424961200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l-PL" dirty="0"/>
              <a:t>Remote Control Keys</a:t>
            </a:r>
          </a:p>
        </p:txBody>
      </p:sp>
      <p:sp>
        <p:nvSpPr>
          <p:cNvPr id="3" name="Slide Number Placeholder 2"/>
          <p:cNvSpPr>
            <a:spLocks noGrp="1"/>
          </p:cNvSpPr>
          <p:nvPr>
            <p:ph type="sldNum" sz="quarter" idx="4"/>
          </p:nvPr>
        </p:nvSpPr>
        <p:spPr/>
        <p:txBody>
          <a:bodyPr/>
          <a:lstStyle/>
          <a:p>
            <a:fld id="{42AF35AD-09C2-4EBD-8934-72FD947EF48F}" type="slidenum">
              <a:rPr lang="pl-PL" smtClean="0"/>
              <a:pPr/>
              <a:t>19</a:t>
            </a:fld>
            <a:endParaRPr lang="pl-PL" dirty="0"/>
          </a:p>
        </p:txBody>
      </p:sp>
      <p:sp>
        <p:nvSpPr>
          <p:cNvPr id="5" name="Content Placeholder 4"/>
          <p:cNvSpPr>
            <a:spLocks noGrp="1"/>
          </p:cNvSpPr>
          <p:nvPr>
            <p:ph idx="1"/>
          </p:nvPr>
        </p:nvSpPr>
        <p:spPr>
          <a:xfrm>
            <a:off x="457200" y="1594480"/>
            <a:ext cx="8229600" cy="731520"/>
          </a:xfrm>
        </p:spPr>
        <p:txBody>
          <a:bodyPr/>
          <a:lstStyle/>
          <a:p>
            <a:pPr latinLnBrk="0" eaLnBrk="1"/>
            <a:r>
              <a:rPr sz="1300">
                <a:solidFill>
                  <a:srgbClr val="262626"/>
                </a:solidFill>
              </a:rPr>
              <a:t>Only the keys below are used. RETURN and EXIT keep their standard behavior.</a:t>
            </a:r>
          </a:p>
        </p:txBody>
      </p:sp>
      <p:graphicFrame>
        <p:nvGraphicFramePr>
          <p:cNvPr id="9" name="Table 8"/>
          <p:cNvGraphicFramePr>
            <a:graphicFrameLocks noGrp="1"/>
          </p:cNvGraphicFramePr>
          <p:nvPr>
            <p:extLst>
              <p:ext uri="{D42A27DB-BD31-4B8C-83A1-F6EECF244321}">
                <p14:modId xmlns:p14="http://schemas.microsoft.com/office/powerpoint/2010/main" val="1005736217"/>
              </p:ext>
            </p:extLst>
          </p:nvPr>
        </p:nvGraphicFramePr>
        <p:xfrm>
          <a:off x="606388" y="2148840"/>
          <a:ext cx="7909560" cy="3173712"/>
        </p:xfrm>
        <a:graphic>
          <a:graphicData uri="http://schemas.openxmlformats.org/drawingml/2006/table">
            <a:tbl>
              <a:tblPr firstRow="1" bandRow="1">
                <a:tableStyleId>{5C22544A-7EE6-4342-B048-85BDC9FD1C3A}</a:tableStyleId>
              </a:tblPr>
              <a:tblGrid>
                <a:gridCol w="1691640">
                  <a:extLst>
                    <a:ext uri="{9D8B030D-6E8A-4147-A177-3AD203B41FA5}">
                      <a16:colId xmlns:a16="http://schemas.microsoft.com/office/drawing/2014/main" val="20000"/>
                    </a:ext>
                  </a:extLst>
                </a:gridCol>
                <a:gridCol w="4434840">
                  <a:extLst>
                    <a:ext uri="{9D8B030D-6E8A-4147-A177-3AD203B41FA5}">
                      <a16:colId xmlns:a16="http://schemas.microsoft.com/office/drawing/2014/main" val="20001"/>
                    </a:ext>
                  </a:extLst>
                </a:gridCol>
                <a:gridCol w="1783080">
                  <a:extLst>
                    <a:ext uri="{9D8B030D-6E8A-4147-A177-3AD203B41FA5}">
                      <a16:colId xmlns:a16="http://schemas.microsoft.com/office/drawing/2014/main" val="20002"/>
                    </a:ext>
                  </a:extLst>
                </a:gridCol>
              </a:tblGrid>
              <a:tr h="370840">
                <a:tc>
                  <a:txBody>
                    <a:bodyPr/>
                    <a:lstStyle>
                      <a:lvl1pPr marL="0" algn="l" rtl="0" eaLnBrk="1" latinLnBrk="1" hangingPunct="1">
                        <a:defRPr kumimoji="0" b="1" kern="1200">
                          <a:solidFill>
                            <a:schemeClr val="lt1"/>
                          </a:solidFill>
                          <a:latin typeface="Arial" panose="020B0604020202020204"/>
                        </a:defRPr>
                      </a:lvl1pPr>
                      <a:lvl2pPr marL="457200" algn="l" rtl="0" eaLnBrk="1" latinLnBrk="1" hangingPunct="1">
                        <a:defRPr kumimoji="0" b="1" kern="1200">
                          <a:solidFill>
                            <a:schemeClr val="lt1"/>
                          </a:solidFill>
                          <a:latin typeface="Arial" panose="020B0604020202020204"/>
                        </a:defRPr>
                      </a:lvl2pPr>
                      <a:lvl3pPr marL="914400" algn="l" rtl="0" eaLnBrk="1" latinLnBrk="1" hangingPunct="1">
                        <a:defRPr kumimoji="0" b="1" kern="1200">
                          <a:solidFill>
                            <a:schemeClr val="lt1"/>
                          </a:solidFill>
                          <a:latin typeface="Arial" panose="020B0604020202020204"/>
                        </a:defRPr>
                      </a:lvl3pPr>
                      <a:lvl4pPr marL="1371600" algn="l" rtl="0" eaLnBrk="1" latinLnBrk="1" hangingPunct="1">
                        <a:defRPr kumimoji="0" b="1" kern="1200">
                          <a:solidFill>
                            <a:schemeClr val="lt1"/>
                          </a:solidFill>
                          <a:latin typeface="Arial" panose="020B0604020202020204"/>
                        </a:defRPr>
                      </a:lvl4pPr>
                      <a:lvl5pPr marL="1828800" algn="l" rtl="0" eaLnBrk="1" latinLnBrk="1" hangingPunct="1">
                        <a:defRPr kumimoji="0" b="1" kern="1200">
                          <a:solidFill>
                            <a:schemeClr val="lt1"/>
                          </a:solidFill>
                          <a:latin typeface="Arial" panose="020B0604020202020204"/>
                        </a:defRPr>
                      </a:lvl5pPr>
                      <a:lvl6pPr marL="2286000" algn="l" rtl="0" eaLnBrk="1" latinLnBrk="1" hangingPunct="1">
                        <a:defRPr kumimoji="0" b="1" kern="1200">
                          <a:solidFill>
                            <a:schemeClr val="lt1"/>
                          </a:solidFill>
                          <a:latin typeface="Arial" panose="020B0604020202020204"/>
                        </a:defRPr>
                      </a:lvl6pPr>
                      <a:lvl7pPr marL="2743200" algn="l" rtl="0" eaLnBrk="1" latinLnBrk="1" hangingPunct="1">
                        <a:defRPr kumimoji="0" b="1" kern="1200">
                          <a:solidFill>
                            <a:schemeClr val="lt1"/>
                          </a:solidFill>
                          <a:latin typeface="Arial" panose="020B0604020202020204"/>
                        </a:defRPr>
                      </a:lvl7pPr>
                      <a:lvl8pPr marL="3200400" algn="l" rtl="0" eaLnBrk="1" latinLnBrk="1" hangingPunct="1">
                        <a:defRPr kumimoji="0" b="1" kern="1200">
                          <a:solidFill>
                            <a:schemeClr val="lt1"/>
                          </a:solidFill>
                          <a:latin typeface="Arial" panose="020B0604020202020204"/>
                        </a:defRPr>
                      </a:lvl8pPr>
                      <a:lvl9pPr marL="3657600" algn="l" rtl="0" eaLnBrk="1" latinLnBrk="1" hangingPunct="1">
                        <a:defRPr kumimoji="0" b="1" kern="1200">
                          <a:solidFill>
                            <a:schemeClr val="lt1"/>
                          </a:solidFill>
                          <a:latin typeface="Arial" panose="020B0604020202020204"/>
                        </a:defRPr>
                      </a:lvl9pPr>
                    </a:lstStyle>
                    <a:p>
                      <a:pPr latinLnBrk="0" eaLnBrk="1"/>
                      <a:r>
                        <a:rPr sz="1000" b="1">
                          <a:solidFill>
                            <a:srgbClr val="FFFFFF"/>
                          </a:solidFill>
                          <a:latin typeface="Arial"/>
                        </a:rPr>
                        <a:t>Key</a:t>
                      </a:r>
                      <a:endParaRPr lang="ko-KR" altLang="en-US" sz="1400" dirty="0"/>
                    </a:p>
                  </a:txBody>
                  <a:tcPr marL="108000" anchor="ctr"/>
                </a:tc>
                <a:tc>
                  <a:txBody>
                    <a:bodyPr/>
                    <a:lstStyle>
                      <a:lvl1pPr marL="0" algn="l" rtl="0" eaLnBrk="1" latinLnBrk="1" hangingPunct="1">
                        <a:defRPr kumimoji="0" b="1" kern="1200">
                          <a:solidFill>
                            <a:schemeClr val="lt1"/>
                          </a:solidFill>
                          <a:latin typeface="Arial" panose="020B0604020202020204"/>
                        </a:defRPr>
                      </a:lvl1pPr>
                      <a:lvl2pPr marL="457200" algn="l" rtl="0" eaLnBrk="1" latinLnBrk="1" hangingPunct="1">
                        <a:defRPr kumimoji="0" b="1" kern="1200">
                          <a:solidFill>
                            <a:schemeClr val="lt1"/>
                          </a:solidFill>
                          <a:latin typeface="Arial" panose="020B0604020202020204"/>
                        </a:defRPr>
                      </a:lvl2pPr>
                      <a:lvl3pPr marL="914400" algn="l" rtl="0" eaLnBrk="1" latinLnBrk="1" hangingPunct="1">
                        <a:defRPr kumimoji="0" b="1" kern="1200">
                          <a:solidFill>
                            <a:schemeClr val="lt1"/>
                          </a:solidFill>
                          <a:latin typeface="Arial" panose="020B0604020202020204"/>
                        </a:defRPr>
                      </a:lvl3pPr>
                      <a:lvl4pPr marL="1371600" algn="l" rtl="0" eaLnBrk="1" latinLnBrk="1" hangingPunct="1">
                        <a:defRPr kumimoji="0" b="1" kern="1200">
                          <a:solidFill>
                            <a:schemeClr val="lt1"/>
                          </a:solidFill>
                          <a:latin typeface="Arial" panose="020B0604020202020204"/>
                        </a:defRPr>
                      </a:lvl4pPr>
                      <a:lvl5pPr marL="1828800" algn="l" rtl="0" eaLnBrk="1" latinLnBrk="1" hangingPunct="1">
                        <a:defRPr kumimoji="0" b="1" kern="1200">
                          <a:solidFill>
                            <a:schemeClr val="lt1"/>
                          </a:solidFill>
                          <a:latin typeface="Arial" panose="020B0604020202020204"/>
                        </a:defRPr>
                      </a:lvl5pPr>
                      <a:lvl6pPr marL="2286000" algn="l" rtl="0" eaLnBrk="1" latinLnBrk="1" hangingPunct="1">
                        <a:defRPr kumimoji="0" b="1" kern="1200">
                          <a:solidFill>
                            <a:schemeClr val="lt1"/>
                          </a:solidFill>
                          <a:latin typeface="Arial" panose="020B0604020202020204"/>
                        </a:defRPr>
                      </a:lvl6pPr>
                      <a:lvl7pPr marL="2743200" algn="l" rtl="0" eaLnBrk="1" latinLnBrk="1" hangingPunct="1">
                        <a:defRPr kumimoji="0" b="1" kern="1200">
                          <a:solidFill>
                            <a:schemeClr val="lt1"/>
                          </a:solidFill>
                          <a:latin typeface="Arial" panose="020B0604020202020204"/>
                        </a:defRPr>
                      </a:lvl7pPr>
                      <a:lvl8pPr marL="3200400" algn="l" rtl="0" eaLnBrk="1" latinLnBrk="1" hangingPunct="1">
                        <a:defRPr kumimoji="0" b="1" kern="1200">
                          <a:solidFill>
                            <a:schemeClr val="lt1"/>
                          </a:solidFill>
                          <a:latin typeface="Arial" panose="020B0604020202020204"/>
                        </a:defRPr>
                      </a:lvl8pPr>
                      <a:lvl9pPr marL="3657600" algn="l" rtl="0" eaLnBrk="1" latinLnBrk="1" hangingPunct="1">
                        <a:defRPr kumimoji="0" b="1" kern="1200">
                          <a:solidFill>
                            <a:schemeClr val="lt1"/>
                          </a:solidFill>
                          <a:latin typeface="Arial" panose="020B0604020202020204"/>
                        </a:defRPr>
                      </a:lvl9pPr>
                    </a:lstStyle>
                    <a:p>
                      <a:pPr latinLnBrk="0" eaLnBrk="1"/>
                      <a:r>
                        <a:rPr sz="1000" b="1">
                          <a:solidFill>
                            <a:srgbClr val="FFFFFF"/>
                          </a:solidFill>
                          <a:latin typeface="Arial"/>
                        </a:rPr>
                        <a:t>Action</a:t>
                      </a:r>
                      <a:endParaRPr lang="ko-KR" altLang="en-US" sz="1400" dirty="0"/>
                    </a:p>
                  </a:txBody>
                  <a:tcPr marL="108000" anchor="ctr"/>
                </a:tc>
                <a:tc>
                  <a:txBody>
                    <a:bodyPr/>
                    <a:lstStyle>
                      <a:lvl1pPr marL="0" algn="l" rtl="0" eaLnBrk="1" latinLnBrk="1" hangingPunct="1">
                        <a:defRPr kumimoji="0" b="1" kern="1200">
                          <a:solidFill>
                            <a:schemeClr val="lt1"/>
                          </a:solidFill>
                          <a:latin typeface="Arial" panose="020B0604020202020204"/>
                        </a:defRPr>
                      </a:lvl1pPr>
                      <a:lvl2pPr marL="457200" algn="l" rtl="0" eaLnBrk="1" latinLnBrk="1" hangingPunct="1">
                        <a:defRPr kumimoji="0" b="1" kern="1200">
                          <a:solidFill>
                            <a:schemeClr val="lt1"/>
                          </a:solidFill>
                          <a:latin typeface="Arial" panose="020B0604020202020204"/>
                        </a:defRPr>
                      </a:lvl2pPr>
                      <a:lvl3pPr marL="914400" algn="l" rtl="0" eaLnBrk="1" latinLnBrk="1" hangingPunct="1">
                        <a:defRPr kumimoji="0" b="1" kern="1200">
                          <a:solidFill>
                            <a:schemeClr val="lt1"/>
                          </a:solidFill>
                          <a:latin typeface="Arial" panose="020B0604020202020204"/>
                        </a:defRPr>
                      </a:lvl3pPr>
                      <a:lvl4pPr marL="1371600" algn="l" rtl="0" eaLnBrk="1" latinLnBrk="1" hangingPunct="1">
                        <a:defRPr kumimoji="0" b="1" kern="1200">
                          <a:solidFill>
                            <a:schemeClr val="lt1"/>
                          </a:solidFill>
                          <a:latin typeface="Arial" panose="020B0604020202020204"/>
                        </a:defRPr>
                      </a:lvl4pPr>
                      <a:lvl5pPr marL="1828800" algn="l" rtl="0" eaLnBrk="1" latinLnBrk="1" hangingPunct="1">
                        <a:defRPr kumimoji="0" b="1" kern="1200">
                          <a:solidFill>
                            <a:schemeClr val="lt1"/>
                          </a:solidFill>
                          <a:latin typeface="Arial" panose="020B0604020202020204"/>
                        </a:defRPr>
                      </a:lvl5pPr>
                      <a:lvl6pPr marL="2286000" algn="l" rtl="0" eaLnBrk="1" latinLnBrk="1" hangingPunct="1">
                        <a:defRPr kumimoji="0" b="1" kern="1200">
                          <a:solidFill>
                            <a:schemeClr val="lt1"/>
                          </a:solidFill>
                          <a:latin typeface="Arial" panose="020B0604020202020204"/>
                        </a:defRPr>
                      </a:lvl6pPr>
                      <a:lvl7pPr marL="2743200" algn="l" rtl="0" eaLnBrk="1" latinLnBrk="1" hangingPunct="1">
                        <a:defRPr kumimoji="0" b="1" kern="1200">
                          <a:solidFill>
                            <a:schemeClr val="lt1"/>
                          </a:solidFill>
                          <a:latin typeface="Arial" panose="020B0604020202020204"/>
                        </a:defRPr>
                      </a:lvl7pPr>
                      <a:lvl8pPr marL="3200400" algn="l" rtl="0" eaLnBrk="1" latinLnBrk="1" hangingPunct="1">
                        <a:defRPr kumimoji="0" b="1" kern="1200">
                          <a:solidFill>
                            <a:schemeClr val="lt1"/>
                          </a:solidFill>
                          <a:latin typeface="Arial" panose="020B0604020202020204"/>
                        </a:defRPr>
                      </a:lvl8pPr>
                      <a:lvl9pPr marL="3657600" algn="l" rtl="0" eaLnBrk="1" latinLnBrk="1" hangingPunct="1">
                        <a:defRPr kumimoji="0" b="1" kern="1200">
                          <a:solidFill>
                            <a:schemeClr val="lt1"/>
                          </a:solidFill>
                          <a:latin typeface="Arial" panose="020B0604020202020204"/>
                        </a:defRPr>
                      </a:lvl9pPr>
                    </a:lstStyle>
                    <a:p>
                      <a:pPr latinLnBrk="0" eaLnBrk="1"/>
                      <a:r>
                        <a:rPr sz="1000" b="1">
                          <a:solidFill>
                            <a:srgbClr val="FFFFFF"/>
                          </a:solidFill>
                          <a:latin typeface="Arial"/>
                        </a:rPr>
                        <a:t>Remarks</a:t>
                      </a:r>
                      <a:endParaRPr lang="ko-KR" altLang="en-US" sz="1400" dirty="0"/>
                    </a:p>
                  </a:txBody>
                  <a:tcPr marL="108000" anchor="ctr"/>
                </a:tc>
                <a:extLst>
                  <a:ext uri="{0D108BD9-81ED-4DB2-BD59-A6C34878D82A}">
                    <a16:rowId xmlns:a16="http://schemas.microsoft.com/office/drawing/2014/main" val="10000"/>
                  </a:ext>
                </a:extLst>
              </a:tr>
              <a:tr h="370840">
                <a:tc>
                  <a:txBody>
                    <a:bodyPr/>
                    <a:lstStyle>
                      <a:lvl1pPr marL="0" algn="l" rtl="0" eaLnBrk="1" latinLnBrk="1" hangingPunct="1">
                        <a:defRPr kumimoji="0" kern="1200">
                          <a:solidFill>
                            <a:schemeClr val="dk1"/>
                          </a:solidFill>
                          <a:latin typeface="Arial" panose="020B0604020202020204"/>
                        </a:defRPr>
                      </a:lvl1pPr>
                      <a:lvl2pPr marL="457200" algn="l" rtl="0" eaLnBrk="1" latinLnBrk="1" hangingPunct="1">
                        <a:defRPr kumimoji="0" kern="1200">
                          <a:solidFill>
                            <a:schemeClr val="dk1"/>
                          </a:solidFill>
                          <a:latin typeface="Arial" panose="020B0604020202020204"/>
                        </a:defRPr>
                      </a:lvl2pPr>
                      <a:lvl3pPr marL="914400" algn="l" rtl="0" eaLnBrk="1" latinLnBrk="1" hangingPunct="1">
                        <a:defRPr kumimoji="0" kern="1200">
                          <a:solidFill>
                            <a:schemeClr val="dk1"/>
                          </a:solidFill>
                          <a:latin typeface="Arial" panose="020B0604020202020204"/>
                        </a:defRPr>
                      </a:lvl3pPr>
                      <a:lvl4pPr marL="1371600" algn="l" rtl="0" eaLnBrk="1" latinLnBrk="1" hangingPunct="1">
                        <a:defRPr kumimoji="0" kern="1200">
                          <a:solidFill>
                            <a:schemeClr val="dk1"/>
                          </a:solidFill>
                          <a:latin typeface="Arial" panose="020B0604020202020204"/>
                        </a:defRPr>
                      </a:lvl4pPr>
                      <a:lvl5pPr marL="1828800" algn="l" rtl="0" eaLnBrk="1" latinLnBrk="1" hangingPunct="1">
                        <a:defRPr kumimoji="0" kern="1200">
                          <a:solidFill>
                            <a:schemeClr val="dk1"/>
                          </a:solidFill>
                          <a:latin typeface="Arial" panose="020B0604020202020204"/>
                        </a:defRPr>
                      </a:lvl5pPr>
                      <a:lvl6pPr marL="2286000" algn="l" rtl="0" eaLnBrk="1" latinLnBrk="1" hangingPunct="1">
                        <a:defRPr kumimoji="0" kern="1200">
                          <a:solidFill>
                            <a:schemeClr val="dk1"/>
                          </a:solidFill>
                          <a:latin typeface="Arial" panose="020B0604020202020204"/>
                        </a:defRPr>
                      </a:lvl6pPr>
                      <a:lvl7pPr marL="2743200" algn="l" rtl="0" eaLnBrk="1" latinLnBrk="1" hangingPunct="1">
                        <a:defRPr kumimoji="0" kern="1200">
                          <a:solidFill>
                            <a:schemeClr val="dk1"/>
                          </a:solidFill>
                          <a:latin typeface="Arial" panose="020B0604020202020204"/>
                        </a:defRPr>
                      </a:lvl7pPr>
                      <a:lvl8pPr marL="3200400" algn="l" rtl="0" eaLnBrk="1" latinLnBrk="1" hangingPunct="1">
                        <a:defRPr kumimoji="0" kern="1200">
                          <a:solidFill>
                            <a:schemeClr val="dk1"/>
                          </a:solidFill>
                          <a:latin typeface="Arial" panose="020B0604020202020204"/>
                        </a:defRPr>
                      </a:lvl8pPr>
                      <a:lvl9pPr marL="3657600" algn="l" rtl="0" eaLnBrk="1" latinLnBrk="1" hangingPunct="1">
                        <a:defRPr kumimoji="0" kern="1200">
                          <a:solidFill>
                            <a:schemeClr val="dk1"/>
                          </a:solidFill>
                          <a:latin typeface="Arial" panose="020B0604020202020204"/>
                        </a:defRPr>
                      </a:lvl9pPr>
                    </a:lstStyle>
                    <a:p>
                      <a:pPr marL="0" marR="0" lvl="0" indent="0" algn="l" defTabSz="914400" rtl="0" eaLnBrk="1" fontAlgn="base" latinLnBrk="0" hangingPunct="1">
                        <a:lnSpc>
                          <a:spcPct val="100000"/>
                        </a:lnSpc>
                        <a:spcBef>
                          <a:spcPct val="20000"/>
                        </a:spcBef>
                        <a:spcAft>
                          <a:spcPct val="0"/>
                        </a:spcAft>
                        <a:buClrTx/>
                        <a:buSzTx/>
                        <a:buFontTx/>
                        <a:buNone/>
                        <a:tabLst/>
                      </a:pPr>
                      <a:r>
                        <a:rPr sz="950" b="0">
                          <a:solidFill>
                            <a:srgbClr val="262626"/>
                          </a:solidFill>
                          <a:latin typeface="Arial"/>
                        </a:rPr>
                        <a:t>RETURN</a:t>
                      </a:r>
                    </a:p>
                  </a:txBody>
                  <a:tcPr marL="108000" marR="36000" marT="36000" marB="36000" anchor="ctr" horzOverflow="overflow"/>
                </a:tc>
                <a:tc>
                  <a:txBody>
                    <a:bodyPr/>
                    <a:lstStyle>
                      <a:lvl1pPr marL="0" algn="l" rtl="0" eaLnBrk="1" latinLnBrk="1" hangingPunct="1">
                        <a:defRPr kumimoji="0" kern="1200">
                          <a:solidFill>
                            <a:schemeClr val="dk1"/>
                          </a:solidFill>
                          <a:latin typeface="Arial" panose="020B0604020202020204"/>
                        </a:defRPr>
                      </a:lvl1pPr>
                      <a:lvl2pPr marL="457200" algn="l" rtl="0" eaLnBrk="1" latinLnBrk="1" hangingPunct="1">
                        <a:defRPr kumimoji="0" kern="1200">
                          <a:solidFill>
                            <a:schemeClr val="dk1"/>
                          </a:solidFill>
                          <a:latin typeface="Arial" panose="020B0604020202020204"/>
                        </a:defRPr>
                      </a:lvl2pPr>
                      <a:lvl3pPr marL="914400" algn="l" rtl="0" eaLnBrk="1" latinLnBrk="1" hangingPunct="1">
                        <a:defRPr kumimoji="0" kern="1200">
                          <a:solidFill>
                            <a:schemeClr val="dk1"/>
                          </a:solidFill>
                          <a:latin typeface="Arial" panose="020B0604020202020204"/>
                        </a:defRPr>
                      </a:lvl3pPr>
                      <a:lvl4pPr marL="1371600" algn="l" rtl="0" eaLnBrk="1" latinLnBrk="1" hangingPunct="1">
                        <a:defRPr kumimoji="0" kern="1200">
                          <a:solidFill>
                            <a:schemeClr val="dk1"/>
                          </a:solidFill>
                          <a:latin typeface="Arial" panose="020B0604020202020204"/>
                        </a:defRPr>
                      </a:lvl4pPr>
                      <a:lvl5pPr marL="1828800" algn="l" rtl="0" eaLnBrk="1" latinLnBrk="1" hangingPunct="1">
                        <a:defRPr kumimoji="0" kern="1200">
                          <a:solidFill>
                            <a:schemeClr val="dk1"/>
                          </a:solidFill>
                          <a:latin typeface="Arial" panose="020B0604020202020204"/>
                        </a:defRPr>
                      </a:lvl5pPr>
                      <a:lvl6pPr marL="2286000" algn="l" rtl="0" eaLnBrk="1" latinLnBrk="1" hangingPunct="1">
                        <a:defRPr kumimoji="0" kern="1200">
                          <a:solidFill>
                            <a:schemeClr val="dk1"/>
                          </a:solidFill>
                          <a:latin typeface="Arial" panose="020B0604020202020204"/>
                        </a:defRPr>
                      </a:lvl6pPr>
                      <a:lvl7pPr marL="2743200" algn="l" rtl="0" eaLnBrk="1" latinLnBrk="1" hangingPunct="1">
                        <a:defRPr kumimoji="0" kern="1200">
                          <a:solidFill>
                            <a:schemeClr val="dk1"/>
                          </a:solidFill>
                          <a:latin typeface="Arial" panose="020B0604020202020204"/>
                        </a:defRPr>
                      </a:lvl7pPr>
                      <a:lvl8pPr marL="3200400" algn="l" rtl="0" eaLnBrk="1" latinLnBrk="1" hangingPunct="1">
                        <a:defRPr kumimoji="0" kern="1200">
                          <a:solidFill>
                            <a:schemeClr val="dk1"/>
                          </a:solidFill>
                          <a:latin typeface="Arial" panose="020B0604020202020204"/>
                        </a:defRPr>
                      </a:lvl8pPr>
                      <a:lvl9pPr marL="3657600" algn="l" rtl="0" eaLnBrk="1" latinLnBrk="1" hangingPunct="1">
                        <a:defRPr kumimoji="0" kern="1200">
                          <a:solidFill>
                            <a:schemeClr val="dk1"/>
                          </a:solidFill>
                          <a:latin typeface="Arial" panose="020B0604020202020204"/>
                        </a:defRPr>
                      </a:lvl9pPr>
                    </a:lstStyle>
                    <a:p>
                      <a:pPr marL="0" marR="0" lvl="0" indent="0" algn="l" defTabSz="914400" rtl="0" eaLnBrk="1" fontAlgn="base" latinLnBrk="0" hangingPunct="1">
                        <a:lnSpc>
                          <a:spcPct val="100000"/>
                        </a:lnSpc>
                        <a:spcBef>
                          <a:spcPct val="20000"/>
                        </a:spcBef>
                        <a:spcAft>
                          <a:spcPct val="0"/>
                        </a:spcAft>
                        <a:buClrTx/>
                        <a:buSzTx/>
                        <a:buFontTx/>
                        <a:buNone/>
                        <a:tabLst/>
                      </a:pPr>
                      <a:r>
                        <a:rPr sz="950" b="0">
                          <a:solidFill>
                            <a:srgbClr val="262626"/>
                          </a:solidFill>
                          <a:latin typeface="Arial"/>
                        </a:rPr>
                        <a:t>Move to the previous screen; the focus goes back to the item you came from. On the list selection screen, shows the "Exit CCPlayTV?" confirmation.</a:t>
                      </a:r>
                    </a:p>
                  </a:txBody>
                  <a:tcPr marL="108000" marR="36000" marT="36000" marB="36000" anchor="ctr" horzOverflow="overflow"/>
                </a:tc>
                <a:tc>
                  <a:txBody>
                    <a:bodyPr/>
                    <a:lstStyle>
                      <a:lvl1pPr marL="0" algn="l" rtl="0" eaLnBrk="1" latinLnBrk="1" hangingPunct="1">
                        <a:defRPr kumimoji="0" kern="1200">
                          <a:solidFill>
                            <a:schemeClr val="dk1"/>
                          </a:solidFill>
                          <a:latin typeface="Arial" panose="020B0604020202020204"/>
                        </a:defRPr>
                      </a:lvl1pPr>
                      <a:lvl2pPr marL="457200" algn="l" rtl="0" eaLnBrk="1" latinLnBrk="1" hangingPunct="1">
                        <a:defRPr kumimoji="0" kern="1200">
                          <a:solidFill>
                            <a:schemeClr val="dk1"/>
                          </a:solidFill>
                          <a:latin typeface="Arial" panose="020B0604020202020204"/>
                        </a:defRPr>
                      </a:lvl2pPr>
                      <a:lvl3pPr marL="914400" algn="l" rtl="0" eaLnBrk="1" latinLnBrk="1" hangingPunct="1">
                        <a:defRPr kumimoji="0" kern="1200">
                          <a:solidFill>
                            <a:schemeClr val="dk1"/>
                          </a:solidFill>
                          <a:latin typeface="Arial" panose="020B0604020202020204"/>
                        </a:defRPr>
                      </a:lvl3pPr>
                      <a:lvl4pPr marL="1371600" algn="l" rtl="0" eaLnBrk="1" latinLnBrk="1" hangingPunct="1">
                        <a:defRPr kumimoji="0" kern="1200">
                          <a:solidFill>
                            <a:schemeClr val="dk1"/>
                          </a:solidFill>
                          <a:latin typeface="Arial" panose="020B0604020202020204"/>
                        </a:defRPr>
                      </a:lvl4pPr>
                      <a:lvl5pPr marL="1828800" algn="l" rtl="0" eaLnBrk="1" latinLnBrk="1" hangingPunct="1">
                        <a:defRPr kumimoji="0" kern="1200">
                          <a:solidFill>
                            <a:schemeClr val="dk1"/>
                          </a:solidFill>
                          <a:latin typeface="Arial" panose="020B0604020202020204"/>
                        </a:defRPr>
                      </a:lvl5pPr>
                      <a:lvl6pPr marL="2286000" algn="l" rtl="0" eaLnBrk="1" latinLnBrk="1" hangingPunct="1">
                        <a:defRPr kumimoji="0" kern="1200">
                          <a:solidFill>
                            <a:schemeClr val="dk1"/>
                          </a:solidFill>
                          <a:latin typeface="Arial" panose="020B0604020202020204"/>
                        </a:defRPr>
                      </a:lvl6pPr>
                      <a:lvl7pPr marL="2743200" algn="l" rtl="0" eaLnBrk="1" latinLnBrk="1" hangingPunct="1">
                        <a:defRPr kumimoji="0" kern="1200">
                          <a:solidFill>
                            <a:schemeClr val="dk1"/>
                          </a:solidFill>
                          <a:latin typeface="Arial" panose="020B0604020202020204"/>
                        </a:defRPr>
                      </a:lvl7pPr>
                      <a:lvl8pPr marL="3200400" algn="l" rtl="0" eaLnBrk="1" latinLnBrk="1" hangingPunct="1">
                        <a:defRPr kumimoji="0" kern="1200">
                          <a:solidFill>
                            <a:schemeClr val="dk1"/>
                          </a:solidFill>
                          <a:latin typeface="Arial" panose="020B0604020202020204"/>
                        </a:defRPr>
                      </a:lvl8pPr>
                      <a:lvl9pPr marL="3657600" algn="l" rtl="0" eaLnBrk="1" latinLnBrk="1" hangingPunct="1">
                        <a:defRPr kumimoji="0" kern="1200">
                          <a:solidFill>
                            <a:schemeClr val="dk1"/>
                          </a:solidFill>
                          <a:latin typeface="Arial" panose="020B0604020202020204"/>
                        </a:defRPr>
                      </a:lvl9pPr>
                    </a:lstStyle>
                    <a:p>
                      <a:pPr marL="0" marR="0" lvl="0" indent="0" algn="l" defTabSz="914400" rtl="0" eaLnBrk="1" fontAlgn="base" latinLnBrk="0" hangingPunct="1">
                        <a:lnSpc>
                          <a:spcPct val="100000"/>
                        </a:lnSpc>
                        <a:spcBef>
                          <a:spcPct val="20000"/>
                        </a:spcBef>
                        <a:spcAft>
                          <a:spcPct val="0"/>
                        </a:spcAft>
                        <a:buClrTx/>
                        <a:buSzTx/>
                        <a:buFontTx/>
                        <a:buNone/>
                        <a:tabLst/>
                      </a:pPr>
                      <a:r>
                        <a:rPr sz="950" b="0">
                          <a:solidFill>
                            <a:srgbClr val="262626"/>
                          </a:solidFill>
                          <a:latin typeface="Arial"/>
                        </a:rPr>
                        <a:t>Mandatory. Not modified.</a:t>
                      </a:r>
                    </a:p>
                  </a:txBody>
                  <a:tcPr marL="108000" marR="36000" marT="36000" marB="36000" anchor="ctr" horzOverflow="overflow"/>
                </a:tc>
                <a:extLst>
                  <a:ext uri="{0D108BD9-81ED-4DB2-BD59-A6C34878D82A}">
                    <a16:rowId xmlns:a16="http://schemas.microsoft.com/office/drawing/2014/main" val="10001"/>
                  </a:ext>
                </a:extLst>
              </a:tr>
              <a:tr h="370840">
                <a:tc>
                  <a:txBody>
                    <a:bodyPr/>
                    <a:lstStyle>
                      <a:lvl1pPr marL="0" algn="l" rtl="0" eaLnBrk="1" latinLnBrk="1" hangingPunct="1">
                        <a:defRPr kumimoji="0" kern="1200">
                          <a:solidFill>
                            <a:schemeClr val="dk1"/>
                          </a:solidFill>
                          <a:latin typeface="Arial" panose="020B0604020202020204"/>
                        </a:defRPr>
                      </a:lvl1pPr>
                      <a:lvl2pPr marL="457200" algn="l" rtl="0" eaLnBrk="1" latinLnBrk="1" hangingPunct="1">
                        <a:defRPr kumimoji="0" kern="1200">
                          <a:solidFill>
                            <a:schemeClr val="dk1"/>
                          </a:solidFill>
                          <a:latin typeface="Arial" panose="020B0604020202020204"/>
                        </a:defRPr>
                      </a:lvl2pPr>
                      <a:lvl3pPr marL="914400" algn="l" rtl="0" eaLnBrk="1" latinLnBrk="1" hangingPunct="1">
                        <a:defRPr kumimoji="0" kern="1200">
                          <a:solidFill>
                            <a:schemeClr val="dk1"/>
                          </a:solidFill>
                          <a:latin typeface="Arial" panose="020B0604020202020204"/>
                        </a:defRPr>
                      </a:lvl3pPr>
                      <a:lvl4pPr marL="1371600" algn="l" rtl="0" eaLnBrk="1" latinLnBrk="1" hangingPunct="1">
                        <a:defRPr kumimoji="0" kern="1200">
                          <a:solidFill>
                            <a:schemeClr val="dk1"/>
                          </a:solidFill>
                          <a:latin typeface="Arial" panose="020B0604020202020204"/>
                        </a:defRPr>
                      </a:lvl4pPr>
                      <a:lvl5pPr marL="1828800" algn="l" rtl="0" eaLnBrk="1" latinLnBrk="1" hangingPunct="1">
                        <a:defRPr kumimoji="0" kern="1200">
                          <a:solidFill>
                            <a:schemeClr val="dk1"/>
                          </a:solidFill>
                          <a:latin typeface="Arial" panose="020B0604020202020204"/>
                        </a:defRPr>
                      </a:lvl5pPr>
                      <a:lvl6pPr marL="2286000" algn="l" rtl="0" eaLnBrk="1" latinLnBrk="1" hangingPunct="1">
                        <a:defRPr kumimoji="0" kern="1200">
                          <a:solidFill>
                            <a:schemeClr val="dk1"/>
                          </a:solidFill>
                          <a:latin typeface="Arial" panose="020B0604020202020204"/>
                        </a:defRPr>
                      </a:lvl6pPr>
                      <a:lvl7pPr marL="2743200" algn="l" rtl="0" eaLnBrk="1" latinLnBrk="1" hangingPunct="1">
                        <a:defRPr kumimoji="0" kern="1200">
                          <a:solidFill>
                            <a:schemeClr val="dk1"/>
                          </a:solidFill>
                          <a:latin typeface="Arial" panose="020B0604020202020204"/>
                        </a:defRPr>
                      </a:lvl7pPr>
                      <a:lvl8pPr marL="3200400" algn="l" rtl="0" eaLnBrk="1" latinLnBrk="1" hangingPunct="1">
                        <a:defRPr kumimoji="0" kern="1200">
                          <a:solidFill>
                            <a:schemeClr val="dk1"/>
                          </a:solidFill>
                          <a:latin typeface="Arial" panose="020B0604020202020204"/>
                        </a:defRPr>
                      </a:lvl8pPr>
                      <a:lvl9pPr marL="3657600" algn="l" rtl="0" eaLnBrk="1" latinLnBrk="1" hangingPunct="1">
                        <a:defRPr kumimoji="0" kern="1200">
                          <a:solidFill>
                            <a:schemeClr val="dk1"/>
                          </a:solidFill>
                          <a:latin typeface="Arial" panose="020B0604020202020204"/>
                        </a:defRPr>
                      </a:lvl9pPr>
                    </a:lstStyle>
                    <a:p>
                      <a:pPr marL="0" marR="0" lvl="0" indent="0" algn="l" defTabSz="914400" rtl="0" eaLnBrk="1" fontAlgn="base" latinLnBrk="0" hangingPunct="1">
                        <a:lnSpc>
                          <a:spcPct val="100000"/>
                        </a:lnSpc>
                        <a:spcBef>
                          <a:spcPct val="20000"/>
                        </a:spcBef>
                        <a:spcAft>
                          <a:spcPct val="0"/>
                        </a:spcAft>
                        <a:buClrTx/>
                        <a:buSzTx/>
                        <a:buFontTx/>
                        <a:buNone/>
                        <a:tabLst/>
                      </a:pPr>
                      <a:r>
                        <a:rPr sz="950" b="0">
                          <a:solidFill>
                            <a:srgbClr val="262626"/>
                          </a:solidFill>
                          <a:latin typeface="Arial"/>
                        </a:rPr>
                        <a:t>EXIT</a:t>
                      </a:r>
                    </a:p>
                  </a:txBody>
                  <a:tcPr marL="108000" marR="36000" marT="36000" marB="36000" anchor="ctr" horzOverflow="overflow"/>
                </a:tc>
                <a:tc>
                  <a:txBody>
                    <a:bodyPr/>
                    <a:lstStyle>
                      <a:lvl1pPr marL="0" algn="l" rtl="0" eaLnBrk="1" latinLnBrk="1" hangingPunct="1">
                        <a:defRPr kumimoji="0" kern="1200">
                          <a:solidFill>
                            <a:schemeClr val="dk1"/>
                          </a:solidFill>
                          <a:latin typeface="Arial" panose="020B0604020202020204"/>
                        </a:defRPr>
                      </a:lvl1pPr>
                      <a:lvl2pPr marL="457200" algn="l" rtl="0" eaLnBrk="1" latinLnBrk="1" hangingPunct="1">
                        <a:defRPr kumimoji="0" kern="1200">
                          <a:solidFill>
                            <a:schemeClr val="dk1"/>
                          </a:solidFill>
                          <a:latin typeface="Arial" panose="020B0604020202020204"/>
                        </a:defRPr>
                      </a:lvl2pPr>
                      <a:lvl3pPr marL="914400" algn="l" rtl="0" eaLnBrk="1" latinLnBrk="1" hangingPunct="1">
                        <a:defRPr kumimoji="0" kern="1200">
                          <a:solidFill>
                            <a:schemeClr val="dk1"/>
                          </a:solidFill>
                          <a:latin typeface="Arial" panose="020B0604020202020204"/>
                        </a:defRPr>
                      </a:lvl3pPr>
                      <a:lvl4pPr marL="1371600" algn="l" rtl="0" eaLnBrk="1" latinLnBrk="1" hangingPunct="1">
                        <a:defRPr kumimoji="0" kern="1200">
                          <a:solidFill>
                            <a:schemeClr val="dk1"/>
                          </a:solidFill>
                          <a:latin typeface="Arial" panose="020B0604020202020204"/>
                        </a:defRPr>
                      </a:lvl4pPr>
                      <a:lvl5pPr marL="1828800" algn="l" rtl="0" eaLnBrk="1" latinLnBrk="1" hangingPunct="1">
                        <a:defRPr kumimoji="0" kern="1200">
                          <a:solidFill>
                            <a:schemeClr val="dk1"/>
                          </a:solidFill>
                          <a:latin typeface="Arial" panose="020B0604020202020204"/>
                        </a:defRPr>
                      </a:lvl5pPr>
                      <a:lvl6pPr marL="2286000" algn="l" rtl="0" eaLnBrk="1" latinLnBrk="1" hangingPunct="1">
                        <a:defRPr kumimoji="0" kern="1200">
                          <a:solidFill>
                            <a:schemeClr val="dk1"/>
                          </a:solidFill>
                          <a:latin typeface="Arial" panose="020B0604020202020204"/>
                        </a:defRPr>
                      </a:lvl6pPr>
                      <a:lvl7pPr marL="2743200" algn="l" rtl="0" eaLnBrk="1" latinLnBrk="1" hangingPunct="1">
                        <a:defRPr kumimoji="0" kern="1200">
                          <a:solidFill>
                            <a:schemeClr val="dk1"/>
                          </a:solidFill>
                          <a:latin typeface="Arial" panose="020B0604020202020204"/>
                        </a:defRPr>
                      </a:lvl7pPr>
                      <a:lvl8pPr marL="3200400" algn="l" rtl="0" eaLnBrk="1" latinLnBrk="1" hangingPunct="1">
                        <a:defRPr kumimoji="0" kern="1200">
                          <a:solidFill>
                            <a:schemeClr val="dk1"/>
                          </a:solidFill>
                          <a:latin typeface="Arial" panose="020B0604020202020204"/>
                        </a:defRPr>
                      </a:lvl8pPr>
                      <a:lvl9pPr marL="3657600" algn="l" rtl="0" eaLnBrk="1" latinLnBrk="1" hangingPunct="1">
                        <a:defRPr kumimoji="0" kern="1200">
                          <a:solidFill>
                            <a:schemeClr val="dk1"/>
                          </a:solidFill>
                          <a:latin typeface="Arial" panose="020B0604020202020204"/>
                        </a:defRPr>
                      </a:lvl9pPr>
                    </a:lstStyle>
                    <a:p>
                      <a:pPr marL="0" marR="0" lvl="0" indent="0" algn="l" defTabSz="914400" rtl="0" eaLnBrk="1" fontAlgn="base" latinLnBrk="0" hangingPunct="1">
                        <a:lnSpc>
                          <a:spcPct val="100000"/>
                        </a:lnSpc>
                        <a:spcBef>
                          <a:spcPct val="20000"/>
                        </a:spcBef>
                        <a:spcAft>
                          <a:spcPct val="0"/>
                        </a:spcAft>
                        <a:buClrTx/>
                        <a:buSzTx/>
                        <a:buFontTx/>
                        <a:buNone/>
                        <a:tabLst/>
                      </a:pPr>
                      <a:r>
                        <a:rPr sz="950" b="0">
                          <a:solidFill>
                            <a:srgbClr val="262626"/>
                          </a:solidFill>
                          <a:latin typeface="Arial"/>
                        </a:rPr>
                        <a:t>Close the application and show the TV broadcast channel.</a:t>
                      </a:r>
                    </a:p>
                  </a:txBody>
                  <a:tcPr marL="108000" marR="36000" marT="36000" marB="36000" anchor="ctr" horzOverflow="overflow"/>
                </a:tc>
                <a:tc>
                  <a:txBody>
                    <a:bodyPr/>
                    <a:lstStyle>
                      <a:lvl1pPr marL="0" algn="l" rtl="0" eaLnBrk="1" latinLnBrk="1" hangingPunct="1">
                        <a:defRPr kumimoji="0" kern="1200">
                          <a:solidFill>
                            <a:schemeClr val="dk1"/>
                          </a:solidFill>
                          <a:latin typeface="Arial" panose="020B0604020202020204"/>
                        </a:defRPr>
                      </a:lvl1pPr>
                      <a:lvl2pPr marL="457200" algn="l" rtl="0" eaLnBrk="1" latinLnBrk="1" hangingPunct="1">
                        <a:defRPr kumimoji="0" kern="1200">
                          <a:solidFill>
                            <a:schemeClr val="dk1"/>
                          </a:solidFill>
                          <a:latin typeface="Arial" panose="020B0604020202020204"/>
                        </a:defRPr>
                      </a:lvl2pPr>
                      <a:lvl3pPr marL="914400" algn="l" rtl="0" eaLnBrk="1" latinLnBrk="1" hangingPunct="1">
                        <a:defRPr kumimoji="0" kern="1200">
                          <a:solidFill>
                            <a:schemeClr val="dk1"/>
                          </a:solidFill>
                          <a:latin typeface="Arial" panose="020B0604020202020204"/>
                        </a:defRPr>
                      </a:lvl3pPr>
                      <a:lvl4pPr marL="1371600" algn="l" rtl="0" eaLnBrk="1" latinLnBrk="1" hangingPunct="1">
                        <a:defRPr kumimoji="0" kern="1200">
                          <a:solidFill>
                            <a:schemeClr val="dk1"/>
                          </a:solidFill>
                          <a:latin typeface="Arial" panose="020B0604020202020204"/>
                        </a:defRPr>
                      </a:lvl4pPr>
                      <a:lvl5pPr marL="1828800" algn="l" rtl="0" eaLnBrk="1" latinLnBrk="1" hangingPunct="1">
                        <a:defRPr kumimoji="0" kern="1200">
                          <a:solidFill>
                            <a:schemeClr val="dk1"/>
                          </a:solidFill>
                          <a:latin typeface="Arial" panose="020B0604020202020204"/>
                        </a:defRPr>
                      </a:lvl5pPr>
                      <a:lvl6pPr marL="2286000" algn="l" rtl="0" eaLnBrk="1" latinLnBrk="1" hangingPunct="1">
                        <a:defRPr kumimoji="0" kern="1200">
                          <a:solidFill>
                            <a:schemeClr val="dk1"/>
                          </a:solidFill>
                          <a:latin typeface="Arial" panose="020B0604020202020204"/>
                        </a:defRPr>
                      </a:lvl6pPr>
                      <a:lvl7pPr marL="2743200" algn="l" rtl="0" eaLnBrk="1" latinLnBrk="1" hangingPunct="1">
                        <a:defRPr kumimoji="0" kern="1200">
                          <a:solidFill>
                            <a:schemeClr val="dk1"/>
                          </a:solidFill>
                          <a:latin typeface="Arial" panose="020B0604020202020204"/>
                        </a:defRPr>
                      </a:lvl7pPr>
                      <a:lvl8pPr marL="3200400" algn="l" rtl="0" eaLnBrk="1" latinLnBrk="1" hangingPunct="1">
                        <a:defRPr kumimoji="0" kern="1200">
                          <a:solidFill>
                            <a:schemeClr val="dk1"/>
                          </a:solidFill>
                          <a:latin typeface="Arial" panose="020B0604020202020204"/>
                        </a:defRPr>
                      </a:lvl8pPr>
                      <a:lvl9pPr marL="3657600" algn="l" rtl="0" eaLnBrk="1" latinLnBrk="1" hangingPunct="1">
                        <a:defRPr kumimoji="0" kern="1200">
                          <a:solidFill>
                            <a:schemeClr val="dk1"/>
                          </a:solidFill>
                          <a:latin typeface="Arial" panose="020B0604020202020204"/>
                        </a:defRPr>
                      </a:lvl9pPr>
                    </a:lstStyle>
                    <a:p>
                      <a:pPr marL="0" marR="0" lvl="0" indent="0" algn="l" defTabSz="914400" rtl="0" eaLnBrk="1" fontAlgn="base" latinLnBrk="0" hangingPunct="1">
                        <a:lnSpc>
                          <a:spcPct val="100000"/>
                        </a:lnSpc>
                        <a:spcBef>
                          <a:spcPct val="20000"/>
                        </a:spcBef>
                        <a:spcAft>
                          <a:spcPct val="0"/>
                        </a:spcAft>
                        <a:buClrTx/>
                        <a:buSzTx/>
                        <a:buFontTx/>
                        <a:buNone/>
                        <a:tabLst/>
                      </a:pPr>
                      <a:r>
                        <a:rPr sz="950" b="0">
                          <a:solidFill>
                            <a:srgbClr val="262626"/>
                          </a:solidFill>
                          <a:latin typeface="Arial"/>
                        </a:rPr>
                        <a:t>Mandatory. Not modified.</a:t>
                      </a:r>
                    </a:p>
                  </a:txBody>
                  <a:tcPr marL="108000" marR="36000" marT="36000" marB="36000" anchor="ctr" horzOverflow="overflow"/>
                </a:tc>
                <a:extLst>
                  <a:ext uri="{0D108BD9-81ED-4DB2-BD59-A6C34878D82A}">
                    <a16:rowId xmlns:a16="http://schemas.microsoft.com/office/drawing/2014/main" val="10002"/>
                  </a:ext>
                </a:extLst>
              </a:tr>
              <a:tr h="370840">
                <a:tc>
                  <a:txBody>
                    <a:bodyPr/>
                    <a:lstStyle>
                      <a:lvl1pPr marL="0" algn="l" rtl="0" eaLnBrk="1" latinLnBrk="1" hangingPunct="1">
                        <a:defRPr kumimoji="0" kern="1200">
                          <a:solidFill>
                            <a:schemeClr val="dk1"/>
                          </a:solidFill>
                          <a:latin typeface="Arial" panose="020B0604020202020204"/>
                        </a:defRPr>
                      </a:lvl1pPr>
                      <a:lvl2pPr marL="457200" algn="l" rtl="0" eaLnBrk="1" latinLnBrk="1" hangingPunct="1">
                        <a:defRPr kumimoji="0" kern="1200">
                          <a:solidFill>
                            <a:schemeClr val="dk1"/>
                          </a:solidFill>
                          <a:latin typeface="Arial" panose="020B0604020202020204"/>
                        </a:defRPr>
                      </a:lvl2pPr>
                      <a:lvl3pPr marL="914400" algn="l" rtl="0" eaLnBrk="1" latinLnBrk="1" hangingPunct="1">
                        <a:defRPr kumimoji="0" kern="1200">
                          <a:solidFill>
                            <a:schemeClr val="dk1"/>
                          </a:solidFill>
                          <a:latin typeface="Arial" panose="020B0604020202020204"/>
                        </a:defRPr>
                      </a:lvl3pPr>
                      <a:lvl4pPr marL="1371600" algn="l" rtl="0" eaLnBrk="1" latinLnBrk="1" hangingPunct="1">
                        <a:defRPr kumimoji="0" kern="1200">
                          <a:solidFill>
                            <a:schemeClr val="dk1"/>
                          </a:solidFill>
                          <a:latin typeface="Arial" panose="020B0604020202020204"/>
                        </a:defRPr>
                      </a:lvl4pPr>
                      <a:lvl5pPr marL="1828800" algn="l" rtl="0" eaLnBrk="1" latinLnBrk="1" hangingPunct="1">
                        <a:defRPr kumimoji="0" kern="1200">
                          <a:solidFill>
                            <a:schemeClr val="dk1"/>
                          </a:solidFill>
                          <a:latin typeface="Arial" panose="020B0604020202020204"/>
                        </a:defRPr>
                      </a:lvl5pPr>
                      <a:lvl6pPr marL="2286000" algn="l" rtl="0" eaLnBrk="1" latinLnBrk="1" hangingPunct="1">
                        <a:defRPr kumimoji="0" kern="1200">
                          <a:solidFill>
                            <a:schemeClr val="dk1"/>
                          </a:solidFill>
                          <a:latin typeface="Arial" panose="020B0604020202020204"/>
                        </a:defRPr>
                      </a:lvl6pPr>
                      <a:lvl7pPr marL="2743200" algn="l" rtl="0" eaLnBrk="1" latinLnBrk="1" hangingPunct="1">
                        <a:defRPr kumimoji="0" kern="1200">
                          <a:solidFill>
                            <a:schemeClr val="dk1"/>
                          </a:solidFill>
                          <a:latin typeface="Arial" panose="020B0604020202020204"/>
                        </a:defRPr>
                      </a:lvl7pPr>
                      <a:lvl8pPr marL="3200400" algn="l" rtl="0" eaLnBrk="1" latinLnBrk="1" hangingPunct="1">
                        <a:defRPr kumimoji="0" kern="1200">
                          <a:solidFill>
                            <a:schemeClr val="dk1"/>
                          </a:solidFill>
                          <a:latin typeface="Arial" panose="020B0604020202020204"/>
                        </a:defRPr>
                      </a:lvl8pPr>
                      <a:lvl9pPr marL="3657600" algn="l" rtl="0" eaLnBrk="1" latinLnBrk="1" hangingPunct="1">
                        <a:defRPr kumimoji="0" kern="1200">
                          <a:solidFill>
                            <a:schemeClr val="dk1"/>
                          </a:solidFill>
                          <a:latin typeface="Arial" panose="020B0604020202020204"/>
                        </a:defRPr>
                      </a:lvl9pPr>
                    </a:lstStyle>
                    <a:p>
                      <a:pPr marL="0" marR="0" lvl="0" indent="0" algn="l" defTabSz="914400" rtl="0" eaLnBrk="1" fontAlgn="base" latinLnBrk="0" hangingPunct="1">
                        <a:lnSpc>
                          <a:spcPct val="100000"/>
                        </a:lnSpc>
                        <a:spcBef>
                          <a:spcPct val="20000"/>
                        </a:spcBef>
                        <a:spcAft>
                          <a:spcPct val="0"/>
                        </a:spcAft>
                        <a:buClrTx/>
                        <a:buSzTx/>
                        <a:buFontTx/>
                        <a:buNone/>
                        <a:tabLst/>
                      </a:pPr>
                      <a:r>
                        <a:rPr sz="950" b="0">
                          <a:solidFill>
                            <a:srgbClr val="262626"/>
                          </a:solidFill>
                          <a:latin typeface="Arial"/>
                        </a:rPr>
                        <a:t>UP / DOWN / LEFT / RIGHT</a:t>
                      </a:r>
                    </a:p>
                  </a:txBody>
                  <a:tcPr marL="108000" marR="36000" marT="36000" marB="36000" anchor="ctr" horzOverflow="overflow"/>
                </a:tc>
                <a:tc>
                  <a:txBody>
                    <a:bodyPr/>
                    <a:lstStyle>
                      <a:lvl1pPr marL="0" algn="l" rtl="0" eaLnBrk="1" latinLnBrk="1" hangingPunct="1">
                        <a:defRPr kumimoji="0" kern="1200">
                          <a:solidFill>
                            <a:schemeClr val="dk1"/>
                          </a:solidFill>
                          <a:latin typeface="Arial" panose="020B0604020202020204"/>
                        </a:defRPr>
                      </a:lvl1pPr>
                      <a:lvl2pPr marL="457200" algn="l" rtl="0" eaLnBrk="1" latinLnBrk="1" hangingPunct="1">
                        <a:defRPr kumimoji="0" kern="1200">
                          <a:solidFill>
                            <a:schemeClr val="dk1"/>
                          </a:solidFill>
                          <a:latin typeface="Arial" panose="020B0604020202020204"/>
                        </a:defRPr>
                      </a:lvl2pPr>
                      <a:lvl3pPr marL="914400" algn="l" rtl="0" eaLnBrk="1" latinLnBrk="1" hangingPunct="1">
                        <a:defRPr kumimoji="0" kern="1200">
                          <a:solidFill>
                            <a:schemeClr val="dk1"/>
                          </a:solidFill>
                          <a:latin typeface="Arial" panose="020B0604020202020204"/>
                        </a:defRPr>
                      </a:lvl3pPr>
                      <a:lvl4pPr marL="1371600" algn="l" rtl="0" eaLnBrk="1" latinLnBrk="1" hangingPunct="1">
                        <a:defRPr kumimoji="0" kern="1200">
                          <a:solidFill>
                            <a:schemeClr val="dk1"/>
                          </a:solidFill>
                          <a:latin typeface="Arial" panose="020B0604020202020204"/>
                        </a:defRPr>
                      </a:lvl4pPr>
                      <a:lvl5pPr marL="1828800" algn="l" rtl="0" eaLnBrk="1" latinLnBrk="1" hangingPunct="1">
                        <a:defRPr kumimoji="0" kern="1200">
                          <a:solidFill>
                            <a:schemeClr val="dk1"/>
                          </a:solidFill>
                          <a:latin typeface="Arial" panose="020B0604020202020204"/>
                        </a:defRPr>
                      </a:lvl5pPr>
                      <a:lvl6pPr marL="2286000" algn="l" rtl="0" eaLnBrk="1" latinLnBrk="1" hangingPunct="1">
                        <a:defRPr kumimoji="0" kern="1200">
                          <a:solidFill>
                            <a:schemeClr val="dk1"/>
                          </a:solidFill>
                          <a:latin typeface="Arial" panose="020B0604020202020204"/>
                        </a:defRPr>
                      </a:lvl6pPr>
                      <a:lvl7pPr marL="2743200" algn="l" rtl="0" eaLnBrk="1" latinLnBrk="1" hangingPunct="1">
                        <a:defRPr kumimoji="0" kern="1200">
                          <a:solidFill>
                            <a:schemeClr val="dk1"/>
                          </a:solidFill>
                          <a:latin typeface="Arial" panose="020B0604020202020204"/>
                        </a:defRPr>
                      </a:lvl7pPr>
                      <a:lvl8pPr marL="3200400" algn="l" rtl="0" eaLnBrk="1" latinLnBrk="1" hangingPunct="1">
                        <a:defRPr kumimoji="0" kern="1200">
                          <a:solidFill>
                            <a:schemeClr val="dk1"/>
                          </a:solidFill>
                          <a:latin typeface="Arial" panose="020B0604020202020204"/>
                        </a:defRPr>
                      </a:lvl8pPr>
                      <a:lvl9pPr marL="3657600" algn="l" rtl="0" eaLnBrk="1" latinLnBrk="1" hangingPunct="1">
                        <a:defRPr kumimoji="0" kern="1200">
                          <a:solidFill>
                            <a:schemeClr val="dk1"/>
                          </a:solidFill>
                          <a:latin typeface="Arial" panose="020B0604020202020204"/>
                        </a:defRPr>
                      </a:lvl9pPr>
                    </a:lstStyle>
                    <a:p>
                      <a:pPr marL="0" marR="0" lvl="0" indent="0" algn="l" defTabSz="914400" rtl="0" eaLnBrk="1" fontAlgn="base" latinLnBrk="0" hangingPunct="1">
                        <a:lnSpc>
                          <a:spcPct val="100000"/>
                        </a:lnSpc>
                        <a:spcBef>
                          <a:spcPct val="20000"/>
                        </a:spcBef>
                        <a:spcAft>
                          <a:spcPct val="0"/>
                        </a:spcAft>
                        <a:buClrTx/>
                        <a:buSzTx/>
                        <a:buFontTx/>
                        <a:buNone/>
                        <a:tabLst/>
                      </a:pPr>
                      <a:r>
                        <a:rPr sz="950" b="0">
                          <a:solidFill>
                            <a:srgbClr val="262626"/>
                          </a:solidFill>
                          <a:latin typeface="Arial"/>
                        </a:rPr>
                        <a:t>Move the focus between top bar, categories, rows, cards and buttons. Moving the focus never starts playback.</a:t>
                      </a:r>
                      <a:endParaRPr kumimoji="1" lang="ko-KR" altLang="en-US" sz="1200" b="0" i="0" u="none" strike="noStrike" cap="none" normalizeH="0" baseline="0" dirty="0">
                        <a:ln>
                          <a:noFill/>
                        </a:ln>
                        <a:solidFill>
                          <a:srgbClr val="94C46F"/>
                        </a:solidFill>
                        <a:effectLst/>
                        <a:latin typeface="+mj-lt"/>
                        <a:ea typeface="돋움" pitchFamily="50" charset="-127"/>
                      </a:endParaRPr>
                    </a:p>
                  </a:txBody>
                  <a:tcPr marL="108000" marR="36000" marT="36000" marB="36000" anchor="ctr" horzOverflow="overflow"/>
                </a:tc>
                <a:tc>
                  <a:txBody>
                    <a:bodyPr/>
                    <a:lstStyle>
                      <a:lvl1pPr marL="0" algn="l" rtl="0" eaLnBrk="1" latinLnBrk="1" hangingPunct="1">
                        <a:defRPr kumimoji="0" kern="1200">
                          <a:solidFill>
                            <a:schemeClr val="dk1"/>
                          </a:solidFill>
                          <a:latin typeface="Arial" panose="020B0604020202020204"/>
                        </a:defRPr>
                      </a:lvl1pPr>
                      <a:lvl2pPr marL="457200" algn="l" rtl="0" eaLnBrk="1" latinLnBrk="1" hangingPunct="1">
                        <a:defRPr kumimoji="0" kern="1200">
                          <a:solidFill>
                            <a:schemeClr val="dk1"/>
                          </a:solidFill>
                          <a:latin typeface="Arial" panose="020B0604020202020204"/>
                        </a:defRPr>
                      </a:lvl2pPr>
                      <a:lvl3pPr marL="914400" algn="l" rtl="0" eaLnBrk="1" latinLnBrk="1" hangingPunct="1">
                        <a:defRPr kumimoji="0" kern="1200">
                          <a:solidFill>
                            <a:schemeClr val="dk1"/>
                          </a:solidFill>
                          <a:latin typeface="Arial" panose="020B0604020202020204"/>
                        </a:defRPr>
                      </a:lvl3pPr>
                      <a:lvl4pPr marL="1371600" algn="l" rtl="0" eaLnBrk="1" latinLnBrk="1" hangingPunct="1">
                        <a:defRPr kumimoji="0" kern="1200">
                          <a:solidFill>
                            <a:schemeClr val="dk1"/>
                          </a:solidFill>
                          <a:latin typeface="Arial" panose="020B0604020202020204"/>
                        </a:defRPr>
                      </a:lvl4pPr>
                      <a:lvl5pPr marL="1828800" algn="l" rtl="0" eaLnBrk="1" latinLnBrk="1" hangingPunct="1">
                        <a:defRPr kumimoji="0" kern="1200">
                          <a:solidFill>
                            <a:schemeClr val="dk1"/>
                          </a:solidFill>
                          <a:latin typeface="Arial" panose="020B0604020202020204"/>
                        </a:defRPr>
                      </a:lvl5pPr>
                      <a:lvl6pPr marL="2286000" algn="l" rtl="0" eaLnBrk="1" latinLnBrk="1" hangingPunct="1">
                        <a:defRPr kumimoji="0" kern="1200">
                          <a:solidFill>
                            <a:schemeClr val="dk1"/>
                          </a:solidFill>
                          <a:latin typeface="Arial" panose="020B0604020202020204"/>
                        </a:defRPr>
                      </a:lvl6pPr>
                      <a:lvl7pPr marL="2743200" algn="l" rtl="0" eaLnBrk="1" latinLnBrk="1" hangingPunct="1">
                        <a:defRPr kumimoji="0" kern="1200">
                          <a:solidFill>
                            <a:schemeClr val="dk1"/>
                          </a:solidFill>
                          <a:latin typeface="Arial" panose="020B0604020202020204"/>
                        </a:defRPr>
                      </a:lvl7pPr>
                      <a:lvl8pPr marL="3200400" algn="l" rtl="0" eaLnBrk="1" latinLnBrk="1" hangingPunct="1">
                        <a:defRPr kumimoji="0" kern="1200">
                          <a:solidFill>
                            <a:schemeClr val="dk1"/>
                          </a:solidFill>
                          <a:latin typeface="Arial" panose="020B0604020202020204"/>
                        </a:defRPr>
                      </a:lvl8pPr>
                      <a:lvl9pPr marL="3657600" algn="l" rtl="0" eaLnBrk="1" latinLnBrk="1" hangingPunct="1">
                        <a:defRPr kumimoji="0" kern="1200">
                          <a:solidFill>
                            <a:schemeClr val="dk1"/>
                          </a:solidFill>
                          <a:latin typeface="Arial" panose="020B0604020202020204"/>
                        </a:defRPr>
                      </a:lvl9pPr>
                    </a:lstStyle>
                    <a:p>
                      <a:pPr latinLnBrk="0" eaLnBrk="1"/>
                      <a:r>
                        <a:rPr sz="950" b="0">
                          <a:solidFill>
                            <a:srgbClr val="262626"/>
                          </a:solidFill>
                          <a:latin typeface="Arial"/>
                        </a:rPr>
                        <a:t/>
                      </a:r>
                      <a:endParaRPr lang="ko-KR" altLang="en-US" dirty="0"/>
                    </a:p>
                  </a:txBody>
                  <a:tcPr marL="108000" anchor="ctr"/>
                </a:tc>
                <a:extLst>
                  <a:ext uri="{0D108BD9-81ED-4DB2-BD59-A6C34878D82A}">
                    <a16:rowId xmlns:a16="http://schemas.microsoft.com/office/drawing/2014/main" val="10003"/>
                  </a:ext>
                </a:extLst>
              </a:tr>
              <a:tr h="370840">
                <a:tc>
                  <a:txBody>
                    <a:bodyPr/>
                    <a:lstStyle>
                      <a:lvl1pPr marL="0" algn="l" rtl="0" eaLnBrk="1" latinLnBrk="1" hangingPunct="1">
                        <a:defRPr kumimoji="0" kern="1200">
                          <a:solidFill>
                            <a:schemeClr val="dk1"/>
                          </a:solidFill>
                          <a:latin typeface="Arial" panose="020B0604020202020204"/>
                        </a:defRPr>
                      </a:lvl1pPr>
                      <a:lvl2pPr marL="457200" algn="l" rtl="0" eaLnBrk="1" latinLnBrk="1" hangingPunct="1">
                        <a:defRPr kumimoji="0" kern="1200">
                          <a:solidFill>
                            <a:schemeClr val="dk1"/>
                          </a:solidFill>
                          <a:latin typeface="Arial" panose="020B0604020202020204"/>
                        </a:defRPr>
                      </a:lvl2pPr>
                      <a:lvl3pPr marL="914400" algn="l" rtl="0" eaLnBrk="1" latinLnBrk="1" hangingPunct="1">
                        <a:defRPr kumimoji="0" kern="1200">
                          <a:solidFill>
                            <a:schemeClr val="dk1"/>
                          </a:solidFill>
                          <a:latin typeface="Arial" panose="020B0604020202020204"/>
                        </a:defRPr>
                      </a:lvl3pPr>
                      <a:lvl4pPr marL="1371600" algn="l" rtl="0" eaLnBrk="1" latinLnBrk="1" hangingPunct="1">
                        <a:defRPr kumimoji="0" kern="1200">
                          <a:solidFill>
                            <a:schemeClr val="dk1"/>
                          </a:solidFill>
                          <a:latin typeface="Arial" panose="020B0604020202020204"/>
                        </a:defRPr>
                      </a:lvl4pPr>
                      <a:lvl5pPr marL="1828800" algn="l" rtl="0" eaLnBrk="1" latinLnBrk="1" hangingPunct="1">
                        <a:defRPr kumimoji="0" kern="1200">
                          <a:solidFill>
                            <a:schemeClr val="dk1"/>
                          </a:solidFill>
                          <a:latin typeface="Arial" panose="020B0604020202020204"/>
                        </a:defRPr>
                      </a:lvl5pPr>
                      <a:lvl6pPr marL="2286000" algn="l" rtl="0" eaLnBrk="1" latinLnBrk="1" hangingPunct="1">
                        <a:defRPr kumimoji="0" kern="1200">
                          <a:solidFill>
                            <a:schemeClr val="dk1"/>
                          </a:solidFill>
                          <a:latin typeface="Arial" panose="020B0604020202020204"/>
                        </a:defRPr>
                      </a:lvl6pPr>
                      <a:lvl7pPr marL="2743200" algn="l" rtl="0" eaLnBrk="1" latinLnBrk="1" hangingPunct="1">
                        <a:defRPr kumimoji="0" kern="1200">
                          <a:solidFill>
                            <a:schemeClr val="dk1"/>
                          </a:solidFill>
                          <a:latin typeface="Arial" panose="020B0604020202020204"/>
                        </a:defRPr>
                      </a:lvl7pPr>
                      <a:lvl8pPr marL="3200400" algn="l" rtl="0" eaLnBrk="1" latinLnBrk="1" hangingPunct="1">
                        <a:defRPr kumimoji="0" kern="1200">
                          <a:solidFill>
                            <a:schemeClr val="dk1"/>
                          </a:solidFill>
                          <a:latin typeface="Arial" panose="020B0604020202020204"/>
                        </a:defRPr>
                      </a:lvl8pPr>
                      <a:lvl9pPr marL="3657600" algn="l" rtl="0" eaLnBrk="1" latinLnBrk="1" hangingPunct="1">
                        <a:defRPr kumimoji="0" kern="1200">
                          <a:solidFill>
                            <a:schemeClr val="dk1"/>
                          </a:solidFill>
                          <a:latin typeface="Arial" panose="020B0604020202020204"/>
                        </a:defRPr>
                      </a:lvl9pPr>
                    </a:lstStyle>
                    <a:p>
                      <a:pPr marL="0" marR="0" lvl="0" indent="0" algn="l" defTabSz="914400" rtl="0" eaLnBrk="1" fontAlgn="base" latinLnBrk="0" hangingPunct="1">
                        <a:lnSpc>
                          <a:spcPct val="100000"/>
                        </a:lnSpc>
                        <a:spcBef>
                          <a:spcPct val="20000"/>
                        </a:spcBef>
                        <a:spcAft>
                          <a:spcPct val="0"/>
                        </a:spcAft>
                        <a:buClrTx/>
                        <a:buSzTx/>
                        <a:buFontTx/>
                        <a:buNone/>
                        <a:tabLst/>
                      </a:pPr>
                      <a:r>
                        <a:rPr sz="950" b="0">
                          <a:solidFill>
                            <a:srgbClr val="262626"/>
                          </a:solidFill>
                          <a:latin typeface="Arial"/>
                        </a:rPr>
                        <a:t>ENTER (OK)</a:t>
                      </a:r>
                    </a:p>
                  </a:txBody>
                  <a:tcPr marL="108000" marR="36000" marT="36000" marB="36000" anchor="ctr" horzOverflow="overflow"/>
                </a:tc>
                <a:tc>
                  <a:txBody>
                    <a:bodyPr/>
                    <a:lstStyle>
                      <a:lvl1pPr marL="0" algn="l" rtl="0" eaLnBrk="1" latinLnBrk="1" hangingPunct="1">
                        <a:defRPr kumimoji="0" kern="1200">
                          <a:solidFill>
                            <a:schemeClr val="dk1"/>
                          </a:solidFill>
                          <a:latin typeface="Arial" panose="020B0604020202020204"/>
                        </a:defRPr>
                      </a:lvl1pPr>
                      <a:lvl2pPr marL="457200" algn="l" rtl="0" eaLnBrk="1" latinLnBrk="1" hangingPunct="1">
                        <a:defRPr kumimoji="0" kern="1200">
                          <a:solidFill>
                            <a:schemeClr val="dk1"/>
                          </a:solidFill>
                          <a:latin typeface="Arial" panose="020B0604020202020204"/>
                        </a:defRPr>
                      </a:lvl2pPr>
                      <a:lvl3pPr marL="914400" algn="l" rtl="0" eaLnBrk="1" latinLnBrk="1" hangingPunct="1">
                        <a:defRPr kumimoji="0" kern="1200">
                          <a:solidFill>
                            <a:schemeClr val="dk1"/>
                          </a:solidFill>
                          <a:latin typeface="Arial" panose="020B0604020202020204"/>
                        </a:defRPr>
                      </a:lvl3pPr>
                      <a:lvl4pPr marL="1371600" algn="l" rtl="0" eaLnBrk="1" latinLnBrk="1" hangingPunct="1">
                        <a:defRPr kumimoji="0" kern="1200">
                          <a:solidFill>
                            <a:schemeClr val="dk1"/>
                          </a:solidFill>
                          <a:latin typeface="Arial" panose="020B0604020202020204"/>
                        </a:defRPr>
                      </a:lvl4pPr>
                      <a:lvl5pPr marL="1828800" algn="l" rtl="0" eaLnBrk="1" latinLnBrk="1" hangingPunct="1">
                        <a:defRPr kumimoji="0" kern="1200">
                          <a:solidFill>
                            <a:schemeClr val="dk1"/>
                          </a:solidFill>
                          <a:latin typeface="Arial" panose="020B0604020202020204"/>
                        </a:defRPr>
                      </a:lvl5pPr>
                      <a:lvl6pPr marL="2286000" algn="l" rtl="0" eaLnBrk="1" latinLnBrk="1" hangingPunct="1">
                        <a:defRPr kumimoji="0" kern="1200">
                          <a:solidFill>
                            <a:schemeClr val="dk1"/>
                          </a:solidFill>
                          <a:latin typeface="Arial" panose="020B0604020202020204"/>
                        </a:defRPr>
                      </a:lvl6pPr>
                      <a:lvl7pPr marL="2743200" algn="l" rtl="0" eaLnBrk="1" latinLnBrk="1" hangingPunct="1">
                        <a:defRPr kumimoji="0" kern="1200">
                          <a:solidFill>
                            <a:schemeClr val="dk1"/>
                          </a:solidFill>
                          <a:latin typeface="Arial" panose="020B0604020202020204"/>
                        </a:defRPr>
                      </a:lvl7pPr>
                      <a:lvl8pPr marL="3200400" algn="l" rtl="0" eaLnBrk="1" latinLnBrk="1" hangingPunct="1">
                        <a:defRPr kumimoji="0" kern="1200">
                          <a:solidFill>
                            <a:schemeClr val="dk1"/>
                          </a:solidFill>
                          <a:latin typeface="Arial" panose="020B0604020202020204"/>
                        </a:defRPr>
                      </a:lvl8pPr>
                      <a:lvl9pPr marL="3657600" algn="l" rtl="0" eaLnBrk="1" latinLnBrk="1" hangingPunct="1">
                        <a:defRPr kumimoji="0" kern="1200">
                          <a:solidFill>
                            <a:schemeClr val="dk1"/>
                          </a:solidFill>
                          <a:latin typeface="Arial" panose="020B0604020202020204"/>
                        </a:defRPr>
                      </a:lvl9pPr>
                    </a:lstStyle>
                    <a:p>
                      <a:pPr marL="0" marR="0" lvl="0" indent="0" algn="l" defTabSz="914400" rtl="0" eaLnBrk="1" fontAlgn="base" latinLnBrk="0" hangingPunct="1">
                        <a:lnSpc>
                          <a:spcPct val="100000"/>
                        </a:lnSpc>
                        <a:spcBef>
                          <a:spcPct val="20000"/>
                        </a:spcBef>
                        <a:spcAft>
                          <a:spcPct val="0"/>
                        </a:spcAft>
                        <a:buClrTx/>
                        <a:buSzTx/>
                        <a:buFontTx/>
                        <a:buNone/>
                        <a:tabLst/>
                      </a:pPr>
                      <a:r>
                        <a:rPr sz="950" b="0">
                          <a:solidFill>
                            <a:srgbClr val="262626"/>
                          </a:solidFill>
                          <a:latin typeface="Arial"/>
                        </a:rPr>
                        <a:t>Open the focused item or press the focused button. On a channel or episode, start playback. In the player, show the controls.</a:t>
                      </a:r>
                      <a:endParaRPr kumimoji="1" lang="ko-KR" altLang="en-US" sz="1200" b="0" i="0" u="none" strike="noStrike" cap="none" normalizeH="0" baseline="0" dirty="0">
                        <a:ln>
                          <a:noFill/>
                        </a:ln>
                        <a:solidFill>
                          <a:srgbClr val="94C46F"/>
                        </a:solidFill>
                        <a:effectLst/>
                        <a:latin typeface="+mj-lt"/>
                        <a:ea typeface="돋움" pitchFamily="50" charset="-127"/>
                      </a:endParaRPr>
                    </a:p>
                  </a:txBody>
                  <a:tcPr marL="108000" marR="36000" marT="36000" marB="36000" anchor="ctr" horzOverflow="overflow"/>
                </a:tc>
                <a:tc>
                  <a:txBody>
                    <a:bodyPr/>
                    <a:lstStyle>
                      <a:lvl1pPr marL="0" algn="l" rtl="0" eaLnBrk="1" latinLnBrk="1" hangingPunct="1">
                        <a:defRPr kumimoji="0" kern="1200">
                          <a:solidFill>
                            <a:schemeClr val="dk1"/>
                          </a:solidFill>
                          <a:latin typeface="Arial" panose="020B0604020202020204"/>
                        </a:defRPr>
                      </a:lvl1pPr>
                      <a:lvl2pPr marL="457200" algn="l" rtl="0" eaLnBrk="1" latinLnBrk="1" hangingPunct="1">
                        <a:defRPr kumimoji="0" kern="1200">
                          <a:solidFill>
                            <a:schemeClr val="dk1"/>
                          </a:solidFill>
                          <a:latin typeface="Arial" panose="020B0604020202020204"/>
                        </a:defRPr>
                      </a:lvl2pPr>
                      <a:lvl3pPr marL="914400" algn="l" rtl="0" eaLnBrk="1" latinLnBrk="1" hangingPunct="1">
                        <a:defRPr kumimoji="0" kern="1200">
                          <a:solidFill>
                            <a:schemeClr val="dk1"/>
                          </a:solidFill>
                          <a:latin typeface="Arial" panose="020B0604020202020204"/>
                        </a:defRPr>
                      </a:lvl3pPr>
                      <a:lvl4pPr marL="1371600" algn="l" rtl="0" eaLnBrk="1" latinLnBrk="1" hangingPunct="1">
                        <a:defRPr kumimoji="0" kern="1200">
                          <a:solidFill>
                            <a:schemeClr val="dk1"/>
                          </a:solidFill>
                          <a:latin typeface="Arial" panose="020B0604020202020204"/>
                        </a:defRPr>
                      </a:lvl4pPr>
                      <a:lvl5pPr marL="1828800" algn="l" rtl="0" eaLnBrk="1" latinLnBrk="1" hangingPunct="1">
                        <a:defRPr kumimoji="0" kern="1200">
                          <a:solidFill>
                            <a:schemeClr val="dk1"/>
                          </a:solidFill>
                          <a:latin typeface="Arial" panose="020B0604020202020204"/>
                        </a:defRPr>
                      </a:lvl5pPr>
                      <a:lvl6pPr marL="2286000" algn="l" rtl="0" eaLnBrk="1" latinLnBrk="1" hangingPunct="1">
                        <a:defRPr kumimoji="0" kern="1200">
                          <a:solidFill>
                            <a:schemeClr val="dk1"/>
                          </a:solidFill>
                          <a:latin typeface="Arial" panose="020B0604020202020204"/>
                        </a:defRPr>
                      </a:lvl6pPr>
                      <a:lvl7pPr marL="2743200" algn="l" rtl="0" eaLnBrk="1" latinLnBrk="1" hangingPunct="1">
                        <a:defRPr kumimoji="0" kern="1200">
                          <a:solidFill>
                            <a:schemeClr val="dk1"/>
                          </a:solidFill>
                          <a:latin typeface="Arial" panose="020B0604020202020204"/>
                        </a:defRPr>
                      </a:lvl7pPr>
                      <a:lvl8pPr marL="3200400" algn="l" rtl="0" eaLnBrk="1" latinLnBrk="1" hangingPunct="1">
                        <a:defRPr kumimoji="0" kern="1200">
                          <a:solidFill>
                            <a:schemeClr val="dk1"/>
                          </a:solidFill>
                          <a:latin typeface="Arial" panose="020B0604020202020204"/>
                        </a:defRPr>
                      </a:lvl8pPr>
                      <a:lvl9pPr marL="3657600" algn="l" rtl="0" eaLnBrk="1" latinLnBrk="1" hangingPunct="1">
                        <a:defRPr kumimoji="0" kern="1200">
                          <a:solidFill>
                            <a:schemeClr val="dk1"/>
                          </a:solidFill>
                          <a:latin typeface="Arial" panose="020B0604020202020204"/>
                        </a:defRPr>
                      </a:lvl9pPr>
                    </a:lstStyle>
                    <a:p>
                      <a:pPr latinLnBrk="0" eaLnBrk="1"/>
                      <a:r>
                        <a:rPr sz="950" b="0">
                          <a:solidFill>
                            <a:srgbClr val="262626"/>
                          </a:solidFill>
                          <a:latin typeface="Arial"/>
                        </a:rPr>
                        <a:t/>
                      </a:r>
                      <a:endParaRPr lang="ko-KR" altLang="en-US" dirty="0"/>
                    </a:p>
                  </a:txBody>
                  <a:tcPr marL="108000" anchor="ctr"/>
                </a:tc>
                <a:extLst>
                  <a:ext uri="{0D108BD9-81ED-4DB2-BD59-A6C34878D82A}">
                    <a16:rowId xmlns:a16="http://schemas.microsoft.com/office/drawing/2014/main" val="10004"/>
                  </a:ext>
                </a:extLst>
              </a:tr>
              <a:tr h="370840">
                <a:tc>
                  <a:txBody>
                    <a:bodyPr/>
                    <a:lstStyle>
                      <a:lvl1pPr marL="0" algn="l" rtl="0" eaLnBrk="1" latinLnBrk="1" hangingPunct="1">
                        <a:defRPr kumimoji="0" kern="1200">
                          <a:solidFill>
                            <a:schemeClr val="dk1"/>
                          </a:solidFill>
                          <a:latin typeface="Arial" panose="020B0604020202020204"/>
                        </a:defRPr>
                      </a:lvl1pPr>
                      <a:lvl2pPr marL="457200" algn="l" rtl="0" eaLnBrk="1" latinLnBrk="1" hangingPunct="1">
                        <a:defRPr kumimoji="0" kern="1200">
                          <a:solidFill>
                            <a:schemeClr val="dk1"/>
                          </a:solidFill>
                          <a:latin typeface="Arial" panose="020B0604020202020204"/>
                        </a:defRPr>
                      </a:lvl2pPr>
                      <a:lvl3pPr marL="914400" algn="l" rtl="0" eaLnBrk="1" latinLnBrk="1" hangingPunct="1">
                        <a:defRPr kumimoji="0" kern="1200">
                          <a:solidFill>
                            <a:schemeClr val="dk1"/>
                          </a:solidFill>
                          <a:latin typeface="Arial" panose="020B0604020202020204"/>
                        </a:defRPr>
                      </a:lvl3pPr>
                      <a:lvl4pPr marL="1371600" algn="l" rtl="0" eaLnBrk="1" latinLnBrk="1" hangingPunct="1">
                        <a:defRPr kumimoji="0" kern="1200">
                          <a:solidFill>
                            <a:schemeClr val="dk1"/>
                          </a:solidFill>
                          <a:latin typeface="Arial" panose="020B0604020202020204"/>
                        </a:defRPr>
                      </a:lvl4pPr>
                      <a:lvl5pPr marL="1828800" algn="l" rtl="0" eaLnBrk="1" latinLnBrk="1" hangingPunct="1">
                        <a:defRPr kumimoji="0" kern="1200">
                          <a:solidFill>
                            <a:schemeClr val="dk1"/>
                          </a:solidFill>
                          <a:latin typeface="Arial" panose="020B0604020202020204"/>
                        </a:defRPr>
                      </a:lvl5pPr>
                      <a:lvl6pPr marL="2286000" algn="l" rtl="0" eaLnBrk="1" latinLnBrk="1" hangingPunct="1">
                        <a:defRPr kumimoji="0" kern="1200">
                          <a:solidFill>
                            <a:schemeClr val="dk1"/>
                          </a:solidFill>
                          <a:latin typeface="Arial" panose="020B0604020202020204"/>
                        </a:defRPr>
                      </a:lvl6pPr>
                      <a:lvl7pPr marL="2743200" algn="l" rtl="0" eaLnBrk="1" latinLnBrk="1" hangingPunct="1">
                        <a:defRPr kumimoji="0" kern="1200">
                          <a:solidFill>
                            <a:schemeClr val="dk1"/>
                          </a:solidFill>
                          <a:latin typeface="Arial" panose="020B0604020202020204"/>
                        </a:defRPr>
                      </a:lvl7pPr>
                      <a:lvl8pPr marL="3200400" algn="l" rtl="0" eaLnBrk="1" latinLnBrk="1" hangingPunct="1">
                        <a:defRPr kumimoji="0" kern="1200">
                          <a:solidFill>
                            <a:schemeClr val="dk1"/>
                          </a:solidFill>
                          <a:latin typeface="Arial" panose="020B0604020202020204"/>
                        </a:defRPr>
                      </a:lvl8pPr>
                      <a:lvl9pPr marL="3657600" algn="l" rtl="0" eaLnBrk="1" latinLnBrk="1" hangingPunct="1">
                        <a:defRPr kumimoji="0" kern="1200">
                          <a:solidFill>
                            <a:schemeClr val="dk1"/>
                          </a:solidFill>
                          <a:latin typeface="Arial" panose="020B0604020202020204"/>
                        </a:defRPr>
                      </a:lvl9pPr>
                    </a:lstStyle>
                    <a:p>
                      <a:pPr marL="0" marR="0" lvl="0" indent="0" algn="l" defTabSz="914400" rtl="0" eaLnBrk="1" fontAlgn="base" latinLnBrk="0" hangingPunct="1">
                        <a:lnSpc>
                          <a:spcPct val="100000"/>
                        </a:lnSpc>
                        <a:spcBef>
                          <a:spcPct val="20000"/>
                        </a:spcBef>
                        <a:spcAft>
                          <a:spcPct val="0"/>
                        </a:spcAft>
                        <a:buClrTx/>
                        <a:buSzTx/>
                        <a:buFontTx/>
                        <a:buNone/>
                        <a:tabLst/>
                      </a:pPr>
                      <a:r>
                        <a:rPr sz="950" b="0">
                          <a:solidFill>
                            <a:srgbClr val="262626"/>
                          </a:solidFill>
                          <a:latin typeface="Arial"/>
                        </a:rPr>
                        <a:t>Hold ENTER (OK)</a:t>
                      </a:r>
                    </a:p>
                  </a:txBody>
                  <a:tcPr marL="108000" marR="36000" marT="36000" marB="36000" anchor="ctr" horzOverflow="overflow"/>
                </a:tc>
                <a:tc>
                  <a:txBody>
                    <a:bodyPr/>
                    <a:lstStyle>
                      <a:lvl1pPr marL="0" algn="l" rtl="0" eaLnBrk="1" latinLnBrk="1" hangingPunct="1">
                        <a:defRPr kumimoji="0" kern="1200">
                          <a:solidFill>
                            <a:schemeClr val="dk1"/>
                          </a:solidFill>
                          <a:latin typeface="Arial" panose="020B0604020202020204"/>
                        </a:defRPr>
                      </a:lvl1pPr>
                      <a:lvl2pPr marL="457200" algn="l" rtl="0" eaLnBrk="1" latinLnBrk="1" hangingPunct="1">
                        <a:defRPr kumimoji="0" kern="1200">
                          <a:solidFill>
                            <a:schemeClr val="dk1"/>
                          </a:solidFill>
                          <a:latin typeface="Arial" panose="020B0604020202020204"/>
                        </a:defRPr>
                      </a:lvl2pPr>
                      <a:lvl3pPr marL="914400" algn="l" rtl="0" eaLnBrk="1" latinLnBrk="1" hangingPunct="1">
                        <a:defRPr kumimoji="0" kern="1200">
                          <a:solidFill>
                            <a:schemeClr val="dk1"/>
                          </a:solidFill>
                          <a:latin typeface="Arial" panose="020B0604020202020204"/>
                        </a:defRPr>
                      </a:lvl3pPr>
                      <a:lvl4pPr marL="1371600" algn="l" rtl="0" eaLnBrk="1" latinLnBrk="1" hangingPunct="1">
                        <a:defRPr kumimoji="0" kern="1200">
                          <a:solidFill>
                            <a:schemeClr val="dk1"/>
                          </a:solidFill>
                          <a:latin typeface="Arial" panose="020B0604020202020204"/>
                        </a:defRPr>
                      </a:lvl4pPr>
                      <a:lvl5pPr marL="1828800" algn="l" rtl="0" eaLnBrk="1" latinLnBrk="1" hangingPunct="1">
                        <a:defRPr kumimoji="0" kern="1200">
                          <a:solidFill>
                            <a:schemeClr val="dk1"/>
                          </a:solidFill>
                          <a:latin typeface="Arial" panose="020B0604020202020204"/>
                        </a:defRPr>
                      </a:lvl5pPr>
                      <a:lvl6pPr marL="2286000" algn="l" rtl="0" eaLnBrk="1" latinLnBrk="1" hangingPunct="1">
                        <a:defRPr kumimoji="0" kern="1200">
                          <a:solidFill>
                            <a:schemeClr val="dk1"/>
                          </a:solidFill>
                          <a:latin typeface="Arial" panose="020B0604020202020204"/>
                        </a:defRPr>
                      </a:lvl6pPr>
                      <a:lvl7pPr marL="2743200" algn="l" rtl="0" eaLnBrk="1" latinLnBrk="1" hangingPunct="1">
                        <a:defRPr kumimoji="0" kern="1200">
                          <a:solidFill>
                            <a:schemeClr val="dk1"/>
                          </a:solidFill>
                          <a:latin typeface="Arial" panose="020B0604020202020204"/>
                        </a:defRPr>
                      </a:lvl7pPr>
                      <a:lvl8pPr marL="3200400" algn="l" rtl="0" eaLnBrk="1" latinLnBrk="1" hangingPunct="1">
                        <a:defRPr kumimoji="0" kern="1200">
                          <a:solidFill>
                            <a:schemeClr val="dk1"/>
                          </a:solidFill>
                          <a:latin typeface="Arial" panose="020B0604020202020204"/>
                        </a:defRPr>
                      </a:lvl8pPr>
                      <a:lvl9pPr marL="3657600" algn="l" rtl="0" eaLnBrk="1" latinLnBrk="1" hangingPunct="1">
                        <a:defRPr kumimoji="0" kern="1200">
                          <a:solidFill>
                            <a:schemeClr val="dk1"/>
                          </a:solidFill>
                          <a:latin typeface="Arial" panose="020B0604020202020204"/>
                        </a:defRPr>
                      </a:lvl9pPr>
                    </a:lstStyle>
                    <a:p>
                      <a:pPr marL="0" marR="0" lvl="0" indent="0" algn="l" defTabSz="914400" rtl="0" eaLnBrk="1" fontAlgn="base" latinLnBrk="0" hangingPunct="1">
                        <a:lnSpc>
                          <a:spcPct val="100000"/>
                        </a:lnSpc>
                        <a:spcBef>
                          <a:spcPct val="20000"/>
                        </a:spcBef>
                        <a:spcAft>
                          <a:spcPct val="0"/>
                        </a:spcAft>
                        <a:buClrTx/>
                        <a:buSzTx/>
                        <a:buFontTx/>
                        <a:buNone/>
                        <a:tabLst/>
                      </a:pPr>
                      <a:r>
                        <a:rPr sz="950" b="0">
                          <a:solidFill>
                            <a:srgbClr val="262626"/>
                          </a:solidFill>
                          <a:latin typeface="Arial"/>
                        </a:rPr>
                        <a:t>Add/remove the focused channel, movie, series or station to/from Favorites.</a:t>
                      </a:r>
                      <a:endParaRPr kumimoji="1" lang="ko-KR" altLang="en-US" sz="1200" b="0" i="0" u="none" strike="noStrike" cap="none" normalizeH="0" baseline="0" dirty="0">
                        <a:ln>
                          <a:noFill/>
                        </a:ln>
                        <a:solidFill>
                          <a:srgbClr val="94C46F"/>
                        </a:solidFill>
                        <a:effectLst/>
                        <a:latin typeface="+mj-lt"/>
                        <a:ea typeface="돋움" pitchFamily="50" charset="-127"/>
                      </a:endParaRPr>
                    </a:p>
                  </a:txBody>
                  <a:tcPr marL="108000" marR="36000" marT="36000" marB="36000" anchor="ctr" horzOverflow="overflow"/>
                </a:tc>
                <a:tc>
                  <a:txBody>
                    <a:bodyPr/>
                    <a:lstStyle>
                      <a:lvl1pPr marL="0" algn="l" rtl="0" eaLnBrk="1" latinLnBrk="1" hangingPunct="1">
                        <a:defRPr kumimoji="0" kern="1200">
                          <a:solidFill>
                            <a:schemeClr val="dk1"/>
                          </a:solidFill>
                          <a:latin typeface="Arial" panose="020B0604020202020204"/>
                        </a:defRPr>
                      </a:lvl1pPr>
                      <a:lvl2pPr marL="457200" algn="l" rtl="0" eaLnBrk="1" latinLnBrk="1" hangingPunct="1">
                        <a:defRPr kumimoji="0" kern="1200">
                          <a:solidFill>
                            <a:schemeClr val="dk1"/>
                          </a:solidFill>
                          <a:latin typeface="Arial" panose="020B0604020202020204"/>
                        </a:defRPr>
                      </a:lvl2pPr>
                      <a:lvl3pPr marL="914400" algn="l" rtl="0" eaLnBrk="1" latinLnBrk="1" hangingPunct="1">
                        <a:defRPr kumimoji="0" kern="1200">
                          <a:solidFill>
                            <a:schemeClr val="dk1"/>
                          </a:solidFill>
                          <a:latin typeface="Arial" panose="020B0604020202020204"/>
                        </a:defRPr>
                      </a:lvl3pPr>
                      <a:lvl4pPr marL="1371600" algn="l" rtl="0" eaLnBrk="1" latinLnBrk="1" hangingPunct="1">
                        <a:defRPr kumimoji="0" kern="1200">
                          <a:solidFill>
                            <a:schemeClr val="dk1"/>
                          </a:solidFill>
                          <a:latin typeface="Arial" panose="020B0604020202020204"/>
                        </a:defRPr>
                      </a:lvl4pPr>
                      <a:lvl5pPr marL="1828800" algn="l" rtl="0" eaLnBrk="1" latinLnBrk="1" hangingPunct="1">
                        <a:defRPr kumimoji="0" kern="1200">
                          <a:solidFill>
                            <a:schemeClr val="dk1"/>
                          </a:solidFill>
                          <a:latin typeface="Arial" panose="020B0604020202020204"/>
                        </a:defRPr>
                      </a:lvl5pPr>
                      <a:lvl6pPr marL="2286000" algn="l" rtl="0" eaLnBrk="1" latinLnBrk="1" hangingPunct="1">
                        <a:defRPr kumimoji="0" kern="1200">
                          <a:solidFill>
                            <a:schemeClr val="dk1"/>
                          </a:solidFill>
                          <a:latin typeface="Arial" panose="020B0604020202020204"/>
                        </a:defRPr>
                      </a:lvl6pPr>
                      <a:lvl7pPr marL="2743200" algn="l" rtl="0" eaLnBrk="1" latinLnBrk="1" hangingPunct="1">
                        <a:defRPr kumimoji="0" kern="1200">
                          <a:solidFill>
                            <a:schemeClr val="dk1"/>
                          </a:solidFill>
                          <a:latin typeface="Arial" panose="020B0604020202020204"/>
                        </a:defRPr>
                      </a:lvl7pPr>
                      <a:lvl8pPr marL="3200400" algn="l" rtl="0" eaLnBrk="1" latinLnBrk="1" hangingPunct="1">
                        <a:defRPr kumimoji="0" kern="1200">
                          <a:solidFill>
                            <a:schemeClr val="dk1"/>
                          </a:solidFill>
                          <a:latin typeface="Arial" panose="020B0604020202020204"/>
                        </a:defRPr>
                      </a:lvl8pPr>
                      <a:lvl9pPr marL="3657600" algn="l" rtl="0" eaLnBrk="1" latinLnBrk="1" hangingPunct="1">
                        <a:defRPr kumimoji="0" kern="1200">
                          <a:solidFill>
                            <a:schemeClr val="dk1"/>
                          </a:solidFill>
                          <a:latin typeface="Arial" panose="020B0604020202020204"/>
                        </a:defRPr>
                      </a:lvl9pPr>
                    </a:lstStyle>
                    <a:p>
                      <a:pPr latinLnBrk="0" eaLnBrk="1"/>
                      <a:r>
                        <a:rPr sz="950" b="0">
                          <a:solidFill>
                            <a:srgbClr val="262626"/>
                          </a:solidFill>
                          <a:latin typeface="Arial"/>
                        </a:rPr>
                        <a:t/>
                      </a:r>
                      <a:endParaRPr lang="ko-KR" altLang="en-US" dirty="0"/>
                    </a:p>
                  </a:txBody>
                  <a:tcPr marL="108000" anchor="ctr"/>
                </a:tc>
                <a:extLst>
                  <a:ext uri="{0D108BD9-81ED-4DB2-BD59-A6C34878D82A}">
                    <a16:rowId xmlns:a16="http://schemas.microsoft.com/office/drawing/2014/main" val="10005"/>
                  </a:ext>
                </a:extLst>
              </a:tr>
              <a:tr h="370840">
                <a:tc>
                  <a:txBody>
                    <a:bodyPr/>
                    <a:lstStyle>
                      <a:lvl1pPr marL="0" algn="l" rtl="0" eaLnBrk="1" latinLnBrk="1" hangingPunct="1">
                        <a:defRPr kumimoji="0" kern="1200">
                          <a:solidFill>
                            <a:schemeClr val="dk1"/>
                          </a:solidFill>
                          <a:latin typeface="Arial" panose="020B0604020202020204"/>
                        </a:defRPr>
                      </a:lvl1pPr>
                      <a:lvl2pPr marL="457200" algn="l" rtl="0" eaLnBrk="1" latinLnBrk="1" hangingPunct="1">
                        <a:defRPr kumimoji="0" kern="1200">
                          <a:solidFill>
                            <a:schemeClr val="dk1"/>
                          </a:solidFill>
                          <a:latin typeface="Arial" panose="020B0604020202020204"/>
                        </a:defRPr>
                      </a:lvl2pPr>
                      <a:lvl3pPr marL="914400" algn="l" rtl="0" eaLnBrk="1" latinLnBrk="1" hangingPunct="1">
                        <a:defRPr kumimoji="0" kern="1200">
                          <a:solidFill>
                            <a:schemeClr val="dk1"/>
                          </a:solidFill>
                          <a:latin typeface="Arial" panose="020B0604020202020204"/>
                        </a:defRPr>
                      </a:lvl3pPr>
                      <a:lvl4pPr marL="1371600" algn="l" rtl="0" eaLnBrk="1" latinLnBrk="1" hangingPunct="1">
                        <a:defRPr kumimoji="0" kern="1200">
                          <a:solidFill>
                            <a:schemeClr val="dk1"/>
                          </a:solidFill>
                          <a:latin typeface="Arial" panose="020B0604020202020204"/>
                        </a:defRPr>
                      </a:lvl4pPr>
                      <a:lvl5pPr marL="1828800" algn="l" rtl="0" eaLnBrk="1" latinLnBrk="1" hangingPunct="1">
                        <a:defRPr kumimoji="0" kern="1200">
                          <a:solidFill>
                            <a:schemeClr val="dk1"/>
                          </a:solidFill>
                          <a:latin typeface="Arial" panose="020B0604020202020204"/>
                        </a:defRPr>
                      </a:lvl5pPr>
                      <a:lvl6pPr marL="2286000" algn="l" rtl="0" eaLnBrk="1" latinLnBrk="1" hangingPunct="1">
                        <a:defRPr kumimoji="0" kern="1200">
                          <a:solidFill>
                            <a:schemeClr val="dk1"/>
                          </a:solidFill>
                          <a:latin typeface="Arial" panose="020B0604020202020204"/>
                        </a:defRPr>
                      </a:lvl6pPr>
                      <a:lvl7pPr marL="2743200" algn="l" rtl="0" eaLnBrk="1" latinLnBrk="1" hangingPunct="1">
                        <a:defRPr kumimoji="0" kern="1200">
                          <a:solidFill>
                            <a:schemeClr val="dk1"/>
                          </a:solidFill>
                          <a:latin typeface="Arial" panose="020B0604020202020204"/>
                        </a:defRPr>
                      </a:lvl7pPr>
                      <a:lvl8pPr marL="3200400" algn="l" rtl="0" eaLnBrk="1" latinLnBrk="1" hangingPunct="1">
                        <a:defRPr kumimoji="0" kern="1200">
                          <a:solidFill>
                            <a:schemeClr val="dk1"/>
                          </a:solidFill>
                          <a:latin typeface="Arial" panose="020B0604020202020204"/>
                        </a:defRPr>
                      </a:lvl8pPr>
                      <a:lvl9pPr marL="3657600" algn="l" rtl="0" eaLnBrk="1" latinLnBrk="1" hangingPunct="1">
                        <a:defRPr kumimoji="0" kern="1200">
                          <a:solidFill>
                            <a:schemeClr val="dk1"/>
                          </a:solidFill>
                          <a:latin typeface="Arial" panose="020B0604020202020204"/>
                        </a:defRPr>
                      </a:lvl9pPr>
                    </a:lstStyle>
                    <a:p>
                      <a:pPr marL="0" marR="0" lvl="0" indent="0" algn="l" defTabSz="914400" rtl="0" eaLnBrk="1" fontAlgn="base" latinLnBrk="0" hangingPunct="1">
                        <a:lnSpc>
                          <a:spcPct val="100000"/>
                        </a:lnSpc>
                        <a:spcBef>
                          <a:spcPct val="20000"/>
                        </a:spcBef>
                        <a:spcAft>
                          <a:spcPct val="0"/>
                        </a:spcAft>
                        <a:buClrTx/>
                        <a:buSzTx/>
                        <a:buFontTx/>
                        <a:buNone/>
                        <a:tabLst/>
                      </a:pPr>
                      <a:r>
                        <a:rPr sz="950" b="0">
                          <a:solidFill>
                            <a:srgbClr val="262626"/>
                          </a:solidFill>
                          <a:latin typeface="Arial"/>
                        </a:rPr>
                        <a:t>YELLOW</a:t>
                      </a:r>
                    </a:p>
                  </a:txBody>
                  <a:tcPr marL="108000" marR="36000" marT="36000" marB="36000" anchor="ctr" horzOverflow="overflow"/>
                </a:tc>
                <a:tc>
                  <a:txBody>
                    <a:bodyPr/>
                    <a:lstStyle>
                      <a:lvl1pPr marL="0" algn="l" rtl="0" eaLnBrk="1" latinLnBrk="1" hangingPunct="1">
                        <a:defRPr kumimoji="0" kern="1200">
                          <a:solidFill>
                            <a:schemeClr val="dk1"/>
                          </a:solidFill>
                          <a:latin typeface="Arial" panose="020B0604020202020204"/>
                        </a:defRPr>
                      </a:lvl1pPr>
                      <a:lvl2pPr marL="457200" algn="l" rtl="0" eaLnBrk="1" latinLnBrk="1" hangingPunct="1">
                        <a:defRPr kumimoji="0" kern="1200">
                          <a:solidFill>
                            <a:schemeClr val="dk1"/>
                          </a:solidFill>
                          <a:latin typeface="Arial" panose="020B0604020202020204"/>
                        </a:defRPr>
                      </a:lvl2pPr>
                      <a:lvl3pPr marL="914400" algn="l" rtl="0" eaLnBrk="1" latinLnBrk="1" hangingPunct="1">
                        <a:defRPr kumimoji="0" kern="1200">
                          <a:solidFill>
                            <a:schemeClr val="dk1"/>
                          </a:solidFill>
                          <a:latin typeface="Arial" panose="020B0604020202020204"/>
                        </a:defRPr>
                      </a:lvl3pPr>
                      <a:lvl4pPr marL="1371600" algn="l" rtl="0" eaLnBrk="1" latinLnBrk="1" hangingPunct="1">
                        <a:defRPr kumimoji="0" kern="1200">
                          <a:solidFill>
                            <a:schemeClr val="dk1"/>
                          </a:solidFill>
                          <a:latin typeface="Arial" panose="020B0604020202020204"/>
                        </a:defRPr>
                      </a:lvl4pPr>
                      <a:lvl5pPr marL="1828800" algn="l" rtl="0" eaLnBrk="1" latinLnBrk="1" hangingPunct="1">
                        <a:defRPr kumimoji="0" kern="1200">
                          <a:solidFill>
                            <a:schemeClr val="dk1"/>
                          </a:solidFill>
                          <a:latin typeface="Arial" panose="020B0604020202020204"/>
                        </a:defRPr>
                      </a:lvl5pPr>
                      <a:lvl6pPr marL="2286000" algn="l" rtl="0" eaLnBrk="1" latinLnBrk="1" hangingPunct="1">
                        <a:defRPr kumimoji="0" kern="1200">
                          <a:solidFill>
                            <a:schemeClr val="dk1"/>
                          </a:solidFill>
                          <a:latin typeface="Arial" panose="020B0604020202020204"/>
                        </a:defRPr>
                      </a:lvl6pPr>
                      <a:lvl7pPr marL="2743200" algn="l" rtl="0" eaLnBrk="1" latinLnBrk="1" hangingPunct="1">
                        <a:defRPr kumimoji="0" kern="1200">
                          <a:solidFill>
                            <a:schemeClr val="dk1"/>
                          </a:solidFill>
                          <a:latin typeface="Arial" panose="020B0604020202020204"/>
                        </a:defRPr>
                      </a:lvl7pPr>
                      <a:lvl8pPr marL="3200400" algn="l" rtl="0" eaLnBrk="1" latinLnBrk="1" hangingPunct="1">
                        <a:defRPr kumimoji="0" kern="1200">
                          <a:solidFill>
                            <a:schemeClr val="dk1"/>
                          </a:solidFill>
                          <a:latin typeface="Arial" panose="020B0604020202020204"/>
                        </a:defRPr>
                      </a:lvl8pPr>
                      <a:lvl9pPr marL="3657600" algn="l" rtl="0" eaLnBrk="1" latinLnBrk="1" hangingPunct="1">
                        <a:defRPr kumimoji="0" kern="1200">
                          <a:solidFill>
                            <a:schemeClr val="dk1"/>
                          </a:solidFill>
                          <a:latin typeface="Arial" panose="020B0604020202020204"/>
                        </a:defRPr>
                      </a:lvl9pPr>
                    </a:lstStyle>
                    <a:p>
                      <a:pPr marL="0" marR="0" lvl="0" indent="0" algn="l" defTabSz="914400" rtl="0" eaLnBrk="1" fontAlgn="base" latinLnBrk="0" hangingPunct="1">
                        <a:lnSpc>
                          <a:spcPct val="100000"/>
                        </a:lnSpc>
                        <a:spcBef>
                          <a:spcPct val="20000"/>
                        </a:spcBef>
                        <a:spcAft>
                          <a:spcPct val="0"/>
                        </a:spcAft>
                        <a:buClrTx/>
                        <a:buSzTx/>
                        <a:buFontTx/>
                        <a:buNone/>
                        <a:tabLst/>
                      </a:pPr>
                      <a:r>
                        <a:rPr sz="950" b="0">
                          <a:solidFill>
                            <a:srgbClr val="262626"/>
                          </a:solidFill>
                          <a:latin typeface="Arial"/>
                        </a:rPr>
                        <a:t>Same as holding OK: add/remove Favorites.</a:t>
                      </a:r>
                      <a:endParaRPr kumimoji="1" lang="ko-KR" altLang="en-US" sz="1200" b="0" i="0" u="none" strike="noStrike" cap="none" normalizeH="0" baseline="0" dirty="0">
                        <a:ln>
                          <a:noFill/>
                        </a:ln>
                        <a:solidFill>
                          <a:srgbClr val="94C46F"/>
                        </a:solidFill>
                        <a:effectLst/>
                        <a:latin typeface="+mj-lt"/>
                        <a:ea typeface="돋움" pitchFamily="50" charset="-127"/>
                      </a:endParaRPr>
                    </a:p>
                  </a:txBody>
                  <a:tcPr marL="108000" marR="36000" marT="36000" marB="36000" anchor="ctr" horzOverflow="overflow"/>
                </a:tc>
                <a:tc>
                  <a:txBody>
                    <a:bodyPr/>
                    <a:lstStyle>
                      <a:lvl1pPr marL="0" algn="l" rtl="0" eaLnBrk="1" latinLnBrk="1" hangingPunct="1">
                        <a:defRPr kumimoji="0" kern="1200">
                          <a:solidFill>
                            <a:schemeClr val="dk1"/>
                          </a:solidFill>
                          <a:latin typeface="Arial" panose="020B0604020202020204"/>
                        </a:defRPr>
                      </a:lvl1pPr>
                      <a:lvl2pPr marL="457200" algn="l" rtl="0" eaLnBrk="1" latinLnBrk="1" hangingPunct="1">
                        <a:defRPr kumimoji="0" kern="1200">
                          <a:solidFill>
                            <a:schemeClr val="dk1"/>
                          </a:solidFill>
                          <a:latin typeface="Arial" panose="020B0604020202020204"/>
                        </a:defRPr>
                      </a:lvl2pPr>
                      <a:lvl3pPr marL="914400" algn="l" rtl="0" eaLnBrk="1" latinLnBrk="1" hangingPunct="1">
                        <a:defRPr kumimoji="0" kern="1200">
                          <a:solidFill>
                            <a:schemeClr val="dk1"/>
                          </a:solidFill>
                          <a:latin typeface="Arial" panose="020B0604020202020204"/>
                        </a:defRPr>
                      </a:lvl3pPr>
                      <a:lvl4pPr marL="1371600" algn="l" rtl="0" eaLnBrk="1" latinLnBrk="1" hangingPunct="1">
                        <a:defRPr kumimoji="0" kern="1200">
                          <a:solidFill>
                            <a:schemeClr val="dk1"/>
                          </a:solidFill>
                          <a:latin typeface="Arial" panose="020B0604020202020204"/>
                        </a:defRPr>
                      </a:lvl4pPr>
                      <a:lvl5pPr marL="1828800" algn="l" rtl="0" eaLnBrk="1" latinLnBrk="1" hangingPunct="1">
                        <a:defRPr kumimoji="0" kern="1200">
                          <a:solidFill>
                            <a:schemeClr val="dk1"/>
                          </a:solidFill>
                          <a:latin typeface="Arial" panose="020B0604020202020204"/>
                        </a:defRPr>
                      </a:lvl5pPr>
                      <a:lvl6pPr marL="2286000" algn="l" rtl="0" eaLnBrk="1" latinLnBrk="1" hangingPunct="1">
                        <a:defRPr kumimoji="0" kern="1200">
                          <a:solidFill>
                            <a:schemeClr val="dk1"/>
                          </a:solidFill>
                          <a:latin typeface="Arial" panose="020B0604020202020204"/>
                        </a:defRPr>
                      </a:lvl6pPr>
                      <a:lvl7pPr marL="2743200" algn="l" rtl="0" eaLnBrk="1" latinLnBrk="1" hangingPunct="1">
                        <a:defRPr kumimoji="0" kern="1200">
                          <a:solidFill>
                            <a:schemeClr val="dk1"/>
                          </a:solidFill>
                          <a:latin typeface="Arial" panose="020B0604020202020204"/>
                        </a:defRPr>
                      </a:lvl7pPr>
                      <a:lvl8pPr marL="3200400" algn="l" rtl="0" eaLnBrk="1" latinLnBrk="1" hangingPunct="1">
                        <a:defRPr kumimoji="0" kern="1200">
                          <a:solidFill>
                            <a:schemeClr val="dk1"/>
                          </a:solidFill>
                          <a:latin typeface="Arial" panose="020B0604020202020204"/>
                        </a:defRPr>
                      </a:lvl8pPr>
                      <a:lvl9pPr marL="3657600" algn="l" rtl="0" eaLnBrk="1" latinLnBrk="1" hangingPunct="1">
                        <a:defRPr kumimoji="0" kern="1200">
                          <a:solidFill>
                            <a:schemeClr val="dk1"/>
                          </a:solidFill>
                          <a:latin typeface="Arial" panose="020B0604020202020204"/>
                        </a:defRPr>
                      </a:lvl9pPr>
                    </a:lstStyle>
                    <a:p>
                      <a:pPr latinLnBrk="0" eaLnBrk="1"/>
                      <a:r>
                        <a:rPr sz="950" b="0">
                          <a:solidFill>
                            <a:srgbClr val="262626"/>
                          </a:solidFill>
                          <a:latin typeface="Arial"/>
                        </a:rPr>
                        <a:t>Where items can be favorited</a:t>
                      </a:r>
                      <a:endParaRPr lang="ko-KR" altLang="en-US" dirty="0"/>
                    </a:p>
                  </a:txBody>
                  <a:tcPr marL="108000" anchor="ctr"/>
                </a:tc>
                <a:extLst>
                  <a:ext uri="{0D108BD9-81ED-4DB2-BD59-A6C34878D82A}">
                    <a16:rowId xmlns:a16="http://schemas.microsoft.com/office/drawing/2014/main" val="10006"/>
                  </a:ext>
                </a:extLst>
              </a:tr>
            </a:tbl>
          </a:graphicData>
        </a:graphic>
      </p:graphicFrame>
    </p:spTree>
    <p:extLst>
      <p:ext uri="{BB962C8B-B14F-4D97-AF65-F5344CB8AC3E}">
        <p14:creationId xmlns:p14="http://schemas.microsoft.com/office/powerpoint/2010/main" val="394523999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p:cNvSpPr>
            <a:spLocks noGrp="1"/>
          </p:cNvSpPr>
          <p:nvPr>
            <p:ph type="title"/>
          </p:nvPr>
        </p:nvSpPr>
        <p:spPr>
          <a:prstGeom prst="rect">
            <a:avLst/>
          </a:prstGeom>
        </p:spPr>
        <p:txBody>
          <a:bodyPr/>
          <a:lstStyle/>
          <a:p>
            <a:r>
              <a:rPr lang="en-US" altLang="ko-KR" dirty="0"/>
              <a:t>Contents</a:t>
            </a:r>
            <a:endParaRPr lang="ko-KR" altLang="en-US" dirty="0"/>
          </a:p>
        </p:txBody>
      </p:sp>
      <p:sp>
        <p:nvSpPr>
          <p:cNvPr id="4" name="Slide Number Placeholder 3"/>
          <p:cNvSpPr>
            <a:spLocks noGrp="1"/>
          </p:cNvSpPr>
          <p:nvPr>
            <p:ph type="sldNum" sz="quarter" idx="4"/>
          </p:nvPr>
        </p:nvSpPr>
        <p:spPr/>
        <p:txBody>
          <a:bodyPr/>
          <a:lstStyle/>
          <a:p>
            <a:fld id="{42AF35AD-09C2-4EBD-8934-72FD947EF48F}" type="slidenum">
              <a:rPr lang="pl-PL" smtClean="0"/>
              <a:pPr/>
              <a:t>20</a:t>
            </a:fld>
            <a:endParaRPr lang="pl-PL" dirty="0"/>
          </a:p>
        </p:txBody>
      </p:sp>
      <p:sp>
        <p:nvSpPr>
          <p:cNvPr id="15" name="Rectangle 6"/>
          <p:cNvSpPr txBox="1">
            <a:spLocks noChangeArrowheads="1"/>
          </p:cNvSpPr>
          <p:nvPr/>
        </p:nvSpPr>
        <p:spPr bwMode="auto">
          <a:xfrm>
            <a:off x="527051" y="2501900"/>
            <a:ext cx="6997278" cy="402272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vert="horz" wrap="square" lIns="0" tIns="0" rIns="0" bIns="0" numCol="1" anchor="t" anchorCtr="0" compatLnSpc="1">
            <a:prstTxWarp prst="textNoShape">
              <a:avLst/>
            </a:prstTxWarp>
          </a:bodyPr>
          <a:lstStyle>
            <a:lvl1pPr marL="0" indent="0" algn="l" rtl="0" eaLnBrk="0" fontAlgn="base" hangingPunct="0">
              <a:lnSpc>
                <a:spcPct val="120000"/>
              </a:lnSpc>
              <a:spcBef>
                <a:spcPct val="0"/>
              </a:spcBef>
              <a:spcAft>
                <a:spcPct val="0"/>
              </a:spcAft>
              <a:buClr>
                <a:schemeClr val="tx1"/>
              </a:buClr>
              <a:buFont typeface="Symbol" pitchFamily="18" charset="2"/>
              <a:buNone/>
              <a:defRPr sz="1400" cap="none" baseline="0">
                <a:solidFill>
                  <a:srgbClr val="BFBFBF"/>
                </a:solidFill>
                <a:latin typeface="+mn-lt"/>
                <a:ea typeface="+mn-ea"/>
                <a:cs typeface="+mn-cs"/>
              </a:defRPr>
            </a:lvl1pPr>
            <a:lvl2pPr marL="179388" indent="0" algn="l" rtl="0" eaLnBrk="0" fontAlgn="base" hangingPunct="0">
              <a:lnSpc>
                <a:spcPct val="120000"/>
              </a:lnSpc>
              <a:spcBef>
                <a:spcPct val="0"/>
              </a:spcBef>
              <a:spcAft>
                <a:spcPct val="0"/>
              </a:spcAft>
              <a:buClr>
                <a:schemeClr val="tx1"/>
              </a:buClr>
              <a:buFont typeface="Symbol" charset="0"/>
              <a:buNone/>
              <a:defRPr sz="1600">
                <a:solidFill>
                  <a:schemeClr val="tx1"/>
                </a:solidFill>
                <a:latin typeface="+mn-lt"/>
                <a:ea typeface="Arial" charset="0"/>
                <a:cs typeface="+mn-cs"/>
              </a:defRPr>
            </a:lvl2pPr>
            <a:lvl3pPr marL="355600" indent="0" algn="l" rtl="0" eaLnBrk="0" fontAlgn="base" hangingPunct="0">
              <a:lnSpc>
                <a:spcPct val="120000"/>
              </a:lnSpc>
              <a:spcBef>
                <a:spcPct val="0"/>
              </a:spcBef>
              <a:spcAft>
                <a:spcPct val="0"/>
              </a:spcAft>
              <a:buClr>
                <a:schemeClr val="tx1"/>
              </a:buClr>
              <a:buFont typeface="Symbol" pitchFamily="18" charset="2"/>
              <a:buNone/>
              <a:defRPr sz="1600">
                <a:solidFill>
                  <a:schemeClr val="tx1"/>
                </a:solidFill>
                <a:latin typeface="+mn-lt"/>
                <a:ea typeface="Arial" charset="0"/>
                <a:cs typeface="+mn-cs"/>
              </a:defRPr>
            </a:lvl3pPr>
            <a:lvl4pPr marL="542925" indent="-188913" algn="l" rtl="0" eaLnBrk="0" fontAlgn="base" hangingPunct="0">
              <a:lnSpc>
                <a:spcPct val="105000"/>
              </a:lnSpc>
              <a:spcBef>
                <a:spcPct val="0"/>
              </a:spcBef>
              <a:spcAft>
                <a:spcPct val="0"/>
              </a:spcAft>
              <a:buClr>
                <a:schemeClr val="tx1"/>
              </a:buClr>
              <a:buFont typeface="Symbol" charset="0"/>
              <a:buChar char="-"/>
              <a:defRPr sz="1600">
                <a:solidFill>
                  <a:schemeClr val="tx1"/>
                </a:solidFill>
                <a:latin typeface="+mn-lt"/>
                <a:ea typeface="Arial" charset="0"/>
                <a:cs typeface="+mn-cs"/>
              </a:defRPr>
            </a:lvl4pPr>
            <a:lvl5pPr marL="714375" indent="-169863" algn="l" rtl="0" eaLnBrk="0" fontAlgn="base" hangingPunct="0">
              <a:lnSpc>
                <a:spcPct val="105000"/>
              </a:lnSpc>
              <a:spcBef>
                <a:spcPct val="0"/>
              </a:spcBef>
              <a:spcAft>
                <a:spcPct val="0"/>
              </a:spcAft>
              <a:buClr>
                <a:schemeClr val="tx1"/>
              </a:buClr>
              <a:buFont typeface="Symbol" charset="0"/>
              <a:buChar char="-"/>
              <a:defRPr sz="1600">
                <a:solidFill>
                  <a:schemeClr val="tx1"/>
                </a:solidFill>
                <a:latin typeface="+mn-lt"/>
                <a:ea typeface="Arial" charset="0"/>
                <a:cs typeface="+mn-cs"/>
              </a:defRPr>
            </a:lvl5pPr>
            <a:lvl6pPr marL="893763" indent="-179388" algn="l" rtl="0" eaLnBrk="1" fontAlgn="base" hangingPunct="1">
              <a:lnSpc>
                <a:spcPct val="105000"/>
              </a:lnSpc>
              <a:spcBef>
                <a:spcPct val="0"/>
              </a:spcBef>
              <a:spcAft>
                <a:spcPct val="0"/>
              </a:spcAft>
              <a:buClr>
                <a:schemeClr val="tx1"/>
              </a:buClr>
              <a:buFont typeface="Symbol" pitchFamily="18" charset="2"/>
              <a:buChar char="-"/>
              <a:defRPr sz="1600">
                <a:solidFill>
                  <a:schemeClr val="tx1"/>
                </a:solidFill>
                <a:latin typeface="+mn-lt"/>
                <a:ea typeface="Arial" charset="0"/>
                <a:cs typeface="+mn-cs"/>
              </a:defRPr>
            </a:lvl6pPr>
            <a:lvl7pPr marL="1628775" indent="-169863" algn="l" rtl="0" eaLnBrk="1" fontAlgn="base" hangingPunct="1">
              <a:lnSpc>
                <a:spcPts val="2400"/>
              </a:lnSpc>
              <a:spcBef>
                <a:spcPct val="0"/>
              </a:spcBef>
              <a:spcAft>
                <a:spcPct val="0"/>
              </a:spcAft>
              <a:buClr>
                <a:srgbClr val="CC0000"/>
              </a:buClr>
              <a:buChar char="•"/>
              <a:defRPr sz="1500">
                <a:solidFill>
                  <a:schemeClr val="tx1"/>
                </a:solidFill>
                <a:latin typeface="+mn-lt"/>
                <a:ea typeface="Arial" charset="0"/>
                <a:cs typeface="+mn-cs"/>
              </a:defRPr>
            </a:lvl7pPr>
            <a:lvl8pPr marL="2085975" indent="-169863" algn="l" rtl="0" eaLnBrk="1" fontAlgn="base" hangingPunct="1">
              <a:lnSpc>
                <a:spcPts val="2400"/>
              </a:lnSpc>
              <a:spcBef>
                <a:spcPct val="0"/>
              </a:spcBef>
              <a:spcAft>
                <a:spcPct val="0"/>
              </a:spcAft>
              <a:buClr>
                <a:srgbClr val="CC0000"/>
              </a:buClr>
              <a:buChar char="•"/>
              <a:defRPr sz="1500">
                <a:solidFill>
                  <a:schemeClr val="tx1"/>
                </a:solidFill>
                <a:latin typeface="+mn-lt"/>
                <a:ea typeface="Arial" charset="0"/>
                <a:cs typeface="+mn-cs"/>
              </a:defRPr>
            </a:lvl8pPr>
            <a:lvl9pPr marL="2543175" indent="-169863" algn="l" rtl="0" eaLnBrk="1" fontAlgn="base" hangingPunct="1">
              <a:lnSpc>
                <a:spcPts val="2400"/>
              </a:lnSpc>
              <a:spcBef>
                <a:spcPct val="0"/>
              </a:spcBef>
              <a:spcAft>
                <a:spcPct val="0"/>
              </a:spcAft>
              <a:buClr>
                <a:srgbClr val="CC0000"/>
              </a:buClr>
              <a:buChar char="•"/>
              <a:defRPr sz="1500">
                <a:solidFill>
                  <a:schemeClr val="tx1"/>
                </a:solidFill>
                <a:latin typeface="+mn-lt"/>
                <a:ea typeface="Arial" charset="0"/>
                <a:cs typeface="+mn-cs"/>
              </a:defRPr>
            </a:lvl9pPr>
          </a:lstStyle>
          <a:p>
            <a:pPr lvl="0" latinLnBrk="0">
              <a:buClr>
                <a:srgbClr val="000000"/>
              </a:buClr>
              <a:defRPr/>
            </a:pPr>
            <a:r>
              <a:rPr lang="en-US" kern="0" dirty="0">
                <a:solidFill>
                  <a:schemeClr val="bg1">
                    <a:lumMod val="75000"/>
                  </a:schemeClr>
                </a:solidFill>
                <a:cs typeface="Arial"/>
              </a:rPr>
              <a:t>UI Structure</a:t>
            </a:r>
            <a:endParaRPr lang="pl-PL" kern="0" dirty="0">
              <a:solidFill>
                <a:schemeClr val="bg1">
                  <a:lumMod val="75000"/>
                </a:schemeClr>
              </a:solidFill>
              <a:cs typeface="Arial"/>
            </a:endParaRPr>
          </a:p>
          <a:p>
            <a:pPr lvl="0" latinLnBrk="0">
              <a:buClr>
                <a:srgbClr val="000000"/>
              </a:buClr>
              <a:defRPr/>
            </a:pPr>
            <a:r>
              <a:rPr lang="en-US" kern="0" dirty="0">
                <a:solidFill>
                  <a:srgbClr val="FFFFFF">
                    <a:lumMod val="75000"/>
                  </a:srgbClr>
                </a:solidFill>
                <a:cs typeface="Arial"/>
              </a:rPr>
              <a:t>Use Cases</a:t>
            </a:r>
            <a:endParaRPr lang="pl-PL" kern="0" dirty="0">
              <a:solidFill>
                <a:srgbClr val="FFFFFF">
                  <a:lumMod val="75000"/>
                </a:srgbClr>
              </a:solidFill>
              <a:cs typeface="Arial"/>
            </a:endParaRPr>
          </a:p>
          <a:p>
            <a:pPr lvl="0" latinLnBrk="0">
              <a:buClr>
                <a:srgbClr val="000000"/>
              </a:buClr>
              <a:defRPr/>
            </a:pPr>
            <a:r>
              <a:rPr lang="en-US" kern="0" dirty="0">
                <a:cs typeface="Arial"/>
              </a:rPr>
              <a:t>Menus and Functions</a:t>
            </a:r>
            <a:endParaRPr lang="pl-PL" kern="0" dirty="0">
              <a:cs typeface="Arial"/>
            </a:endParaRPr>
          </a:p>
          <a:p>
            <a:pPr lvl="0" latinLnBrk="0">
              <a:buClr>
                <a:srgbClr val="000000"/>
              </a:buClr>
              <a:defRPr/>
            </a:pPr>
            <a:r>
              <a:rPr lang="en-US" kern="0" dirty="0">
                <a:cs typeface="Arial"/>
              </a:rPr>
              <a:t>Remote Control Keys</a:t>
            </a:r>
            <a:endParaRPr lang="pl-PL" kern="0" dirty="0">
              <a:cs typeface="Arial"/>
            </a:endParaRPr>
          </a:p>
          <a:p>
            <a:pPr lvl="0" latinLnBrk="0">
              <a:buClr>
                <a:srgbClr val="000000"/>
              </a:buClr>
              <a:defRPr/>
            </a:pPr>
            <a:r>
              <a:rPr lang="en-US" b="1" kern="0" dirty="0">
                <a:solidFill>
                  <a:srgbClr val="2B3957"/>
                </a:solidFill>
                <a:cs typeface="Arial"/>
              </a:rPr>
              <a:t>Language Options</a:t>
            </a:r>
            <a:endParaRPr kumimoji="0" lang="en-US" sz="1400" b="1" i="0" u="none" strike="noStrike" kern="0" cap="none" spc="0" normalizeH="0" baseline="0" noProof="0" dirty="0">
              <a:ln>
                <a:noFill/>
              </a:ln>
              <a:solidFill>
                <a:srgbClr val="2B3957"/>
              </a:solidFill>
              <a:effectLst/>
              <a:uLnTx/>
              <a:uFillTx/>
              <a:latin typeface="Arial"/>
              <a:cs typeface="Arial"/>
            </a:endParaRPr>
          </a:p>
          <a:p>
            <a:pPr marL="0" marR="0" lvl="0" indent="0" algn="l" defTabSz="914400" rtl="0" eaLnBrk="0" fontAlgn="base" latinLnBrk="0" hangingPunct="0">
              <a:lnSpc>
                <a:spcPct val="120000"/>
              </a:lnSpc>
              <a:spcBef>
                <a:spcPct val="0"/>
              </a:spcBef>
              <a:spcAft>
                <a:spcPct val="0"/>
              </a:spcAft>
              <a:buClr>
                <a:srgbClr val="000000"/>
              </a:buClr>
              <a:buSzTx/>
              <a:buFont typeface="Symbol" pitchFamily="18" charset="2"/>
              <a:buNone/>
              <a:tabLst/>
              <a:defRPr/>
            </a:pPr>
            <a:endParaRPr kumimoji="0" lang="en-US" sz="1400" b="0" i="0" u="none" strike="noStrike" kern="0" cap="none" spc="0" normalizeH="0" baseline="0" noProof="0" dirty="0">
              <a:ln>
                <a:noFill/>
              </a:ln>
              <a:solidFill>
                <a:srgbClr val="A6A6A6"/>
              </a:solidFill>
              <a:effectLst/>
              <a:uLnTx/>
              <a:uFillTx/>
              <a:latin typeface="Arial"/>
              <a:cs typeface="Arial"/>
            </a:endParaRPr>
          </a:p>
          <a:p>
            <a:pPr marL="0" marR="0" lvl="0" indent="0" algn="l" defTabSz="914400" rtl="0" eaLnBrk="0" fontAlgn="base" latinLnBrk="0" hangingPunct="0">
              <a:lnSpc>
                <a:spcPct val="120000"/>
              </a:lnSpc>
              <a:spcBef>
                <a:spcPct val="0"/>
              </a:spcBef>
              <a:spcAft>
                <a:spcPct val="0"/>
              </a:spcAft>
              <a:buClr>
                <a:srgbClr val="000000"/>
              </a:buClr>
              <a:buSzTx/>
              <a:buFont typeface="Symbol" pitchFamily="18" charset="2"/>
              <a:buNone/>
              <a:tabLst/>
              <a:defRPr/>
            </a:pPr>
            <a:endParaRPr kumimoji="0" lang="en-US" sz="1400" b="0" i="0" u="none" strike="noStrike" kern="0" cap="none" spc="0" normalizeH="0" baseline="0" noProof="0" dirty="0">
              <a:ln>
                <a:noFill/>
              </a:ln>
              <a:solidFill>
                <a:srgbClr val="BFBFBF"/>
              </a:solidFill>
              <a:effectLst/>
              <a:uLnTx/>
              <a:uFillTx/>
              <a:latin typeface="Arial"/>
              <a:cs typeface="Arial"/>
            </a:endParaRPr>
          </a:p>
          <a:p>
            <a:pPr marL="0" marR="0" lvl="0" indent="0" algn="l" defTabSz="914400" rtl="0" eaLnBrk="0" fontAlgn="base" latinLnBrk="0" hangingPunct="0">
              <a:lnSpc>
                <a:spcPct val="120000"/>
              </a:lnSpc>
              <a:spcBef>
                <a:spcPct val="0"/>
              </a:spcBef>
              <a:spcAft>
                <a:spcPct val="0"/>
              </a:spcAft>
              <a:buClr>
                <a:srgbClr val="000000"/>
              </a:buClr>
              <a:buSzTx/>
              <a:buFont typeface="Symbol" pitchFamily="18" charset="2"/>
              <a:buNone/>
              <a:tabLst/>
              <a:defRPr/>
            </a:pPr>
            <a:endParaRPr kumimoji="0" lang="en-US" sz="1400" b="0" i="0" u="none" strike="noStrike" kern="0" cap="none" spc="0" normalizeH="0" baseline="0" noProof="0" dirty="0">
              <a:ln>
                <a:noFill/>
              </a:ln>
              <a:solidFill>
                <a:srgbClr val="BFBFBF"/>
              </a:solidFill>
              <a:effectLst/>
              <a:uLnTx/>
              <a:uFillTx/>
              <a:latin typeface="Arial"/>
              <a:cs typeface="Arial"/>
            </a:endParaRPr>
          </a:p>
          <a:p>
            <a:pPr marL="0" marR="0" lvl="0" indent="0" algn="l" defTabSz="914400" rtl="0" eaLnBrk="0" fontAlgn="base" latinLnBrk="0" hangingPunct="0">
              <a:lnSpc>
                <a:spcPct val="120000"/>
              </a:lnSpc>
              <a:spcBef>
                <a:spcPct val="0"/>
              </a:spcBef>
              <a:spcAft>
                <a:spcPct val="0"/>
              </a:spcAft>
              <a:buClr>
                <a:srgbClr val="000000"/>
              </a:buClr>
              <a:buSzTx/>
              <a:buFont typeface="Symbol" pitchFamily="18" charset="2"/>
              <a:buNone/>
              <a:tabLst/>
              <a:defRPr/>
            </a:pPr>
            <a:endParaRPr kumimoji="0" lang="en-US" sz="1400" b="0" i="0" u="none" strike="noStrike" kern="0" cap="none" spc="0" normalizeH="0" baseline="0" noProof="0" dirty="0">
              <a:ln>
                <a:noFill/>
              </a:ln>
              <a:solidFill>
                <a:srgbClr val="BFBFBF"/>
              </a:solidFill>
              <a:effectLst/>
              <a:uLnTx/>
              <a:uFillTx/>
              <a:latin typeface="Arial"/>
              <a:cs typeface="Arial"/>
            </a:endParaRPr>
          </a:p>
        </p:txBody>
      </p:sp>
      <p:grpSp>
        <p:nvGrpSpPr>
          <p:cNvPr id="16" name="Grupp 3"/>
          <p:cNvGrpSpPr>
            <a:grpSpLocks/>
          </p:cNvGrpSpPr>
          <p:nvPr/>
        </p:nvGrpSpPr>
        <p:grpSpPr bwMode="auto">
          <a:xfrm>
            <a:off x="0" y="3501008"/>
            <a:ext cx="331788" cy="323850"/>
            <a:chOff x="3044126" y="1710821"/>
            <a:chExt cx="331004" cy="547536"/>
          </a:xfrm>
        </p:grpSpPr>
        <p:sp>
          <p:nvSpPr>
            <p:cNvPr id="17" name="Rektangel med rundade hörn 4"/>
            <p:cNvSpPr/>
            <p:nvPr/>
          </p:nvSpPr>
          <p:spPr>
            <a:xfrm>
              <a:off x="3044126" y="1710821"/>
              <a:ext cx="221725" cy="544853"/>
            </a:xfrm>
            <a:prstGeom prst="roundRect">
              <a:avLst>
                <a:gd name="adj" fmla="val 0"/>
              </a:avLst>
            </a:prstGeom>
            <a:gradFill flip="none" rotWithShape="1">
              <a:gsLst>
                <a:gs pos="0">
                  <a:srgbClr val="2B3957"/>
                </a:gs>
                <a:gs pos="79000">
                  <a:srgbClr val="516BA5"/>
                </a:gs>
              </a:gsLst>
              <a:lin ang="0" scaled="1"/>
              <a:tileRect/>
            </a:gradFill>
            <a:ln w="12700" cap="flat" cmpd="sng" algn="ctr">
              <a:noFill/>
              <a:prstDash val="solid"/>
            </a:ln>
            <a:effectLst/>
          </p:spPr>
          <p:txBody>
            <a:bodyPr lIns="0" tIns="0" rIns="0" bIns="0"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sv-SE" sz="1000" b="0" i="0" u="none" strike="noStrike" kern="0" cap="none" spc="0" normalizeH="0" baseline="0" noProof="0" dirty="0">
                <a:ln>
                  <a:noFill/>
                </a:ln>
                <a:solidFill>
                  <a:srgbClr val="FFFFFF"/>
                </a:solidFill>
                <a:effectLst/>
                <a:uLnTx/>
                <a:uFillTx/>
                <a:latin typeface="Helvetica Neue"/>
                <a:cs typeface="Helvetica Neue"/>
              </a:endParaRPr>
            </a:p>
          </p:txBody>
        </p:sp>
        <p:sp>
          <p:nvSpPr>
            <p:cNvPr id="18" name="Likbent triangel 5"/>
            <p:cNvSpPr/>
            <p:nvPr/>
          </p:nvSpPr>
          <p:spPr>
            <a:xfrm rot="5400000">
              <a:off x="3045931" y="1929157"/>
              <a:ext cx="547536" cy="110862"/>
            </a:xfrm>
            <a:prstGeom prst="triangle">
              <a:avLst/>
            </a:prstGeom>
            <a:solidFill>
              <a:srgbClr val="516BA5"/>
            </a:solidFill>
            <a:ln w="9525" cap="flat" cmpd="sng" algn="ctr">
              <a:noFill/>
              <a:prstDash val="solid"/>
            </a:ln>
            <a:effectLst/>
          </p:spPr>
          <p:txBody>
            <a:bodyPr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sv-SE" sz="1500" b="0" i="0" u="none" strike="noStrike" kern="0" cap="none" spc="0" normalizeH="0" baseline="0" noProof="0">
                <a:ln>
                  <a:noFill/>
                </a:ln>
                <a:solidFill>
                  <a:srgbClr val="FFFFFF"/>
                </a:solidFill>
                <a:effectLst/>
                <a:uLnTx/>
                <a:uFillTx/>
                <a:latin typeface="Arial"/>
                <a:cs typeface="Arial"/>
              </a:endParaRPr>
            </a:p>
          </p:txBody>
        </p:sp>
      </p:grpSp>
    </p:spTree>
    <p:extLst>
      <p:ext uri="{BB962C8B-B14F-4D97-AF65-F5344CB8AC3E}">
        <p14:creationId xmlns:p14="http://schemas.microsoft.com/office/powerpoint/2010/main" val="135570155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pl-PL" dirty="0"/>
              <a:t>Language Options</a:t>
            </a:r>
          </a:p>
        </p:txBody>
      </p:sp>
      <p:sp>
        <p:nvSpPr>
          <p:cNvPr id="3" name="Slide Number Placeholder 2"/>
          <p:cNvSpPr>
            <a:spLocks noGrp="1"/>
          </p:cNvSpPr>
          <p:nvPr>
            <p:ph type="sldNum" sz="quarter" idx="4"/>
          </p:nvPr>
        </p:nvSpPr>
        <p:spPr/>
        <p:txBody>
          <a:bodyPr/>
          <a:lstStyle/>
          <a:p>
            <a:fld id="{42AF35AD-09C2-4EBD-8934-72FD947EF48F}" type="slidenum">
              <a:rPr lang="pl-PL" smtClean="0"/>
              <a:pPr/>
              <a:t>21</a:t>
            </a:fld>
            <a:endParaRPr lang="pl-PL" dirty="0"/>
          </a:p>
        </p:txBody>
      </p:sp>
      <p:sp>
        <p:nvSpPr>
          <p:cNvPr id="6" name="Content Placeholder 5"/>
          <p:cNvSpPr>
            <a:spLocks noGrp="1"/>
          </p:cNvSpPr>
          <p:nvPr>
            <p:ph idx="1"/>
          </p:nvPr>
        </p:nvSpPr>
        <p:spPr>
          <a:xfrm>
            <a:off x="457200" y="1594480"/>
            <a:ext cx="8229600" cy="4389120"/>
          </a:xfrm>
        </p:spPr>
        <p:txBody>
          <a:bodyPr/>
          <a:lstStyle/>
          <a:p>
            <a:pPr latinLnBrk="0" eaLnBrk="1"/>
            <a:r>
              <a:rPr sz="1400">
                <a:solidFill>
                  <a:srgbClr val="262626"/>
                </a:solidFill>
              </a:rPr>
              <a:t>The application is available in English, Portuguese and Spanish.</a:t>
            </a:r>
          </a:p>
          <a:p>
            <a:pPr latinLnBrk="0" eaLnBrk="1"/>
            <a:r>
              <a:rPr sz="1400">
                <a:solidFill>
                  <a:srgbClr val="262626"/>
                </a:solidFill>
              </a:rPr>
              <a:t>By default it follows the TV language when it is one of these three (otherwise Portuguese).</a:t>
            </a:r>
          </a:p>
          <a:p>
            <a:pPr latinLnBrk="0" eaLnBrk="1"/>
            <a:r>
              <a:rPr sz="1400">
                <a:solidFill>
                  <a:srgbClr val="262626"/>
                </a:solidFill>
              </a:rPr>
              <a:t>To switch the application language:</a:t>
            </a:r>
          </a:p>
          <a:p>
            <a:pPr lvl="1" latinLnBrk="0" eaLnBrk="1"/>
            <a:r>
              <a:rPr sz="1400">
                <a:solidFill>
                  <a:srgbClr val="262626"/>
                </a:solidFill>
              </a:rPr>
              <a:t>From "Select or Add your list", select "Settings" (or the gear in the top bar).</a:t>
            </a:r>
          </a:p>
          <a:p>
            <a:pPr lvl="1" latinLnBrk="0" eaLnBrk="1"/>
            <a:r>
              <a:rPr sz="1400">
                <a:solidFill>
                  <a:srgbClr val="262626"/>
                </a:solidFill>
              </a:rPr>
              <a:t>Select "Accessibility", then "Language".</a:t>
            </a:r>
          </a:p>
          <a:p>
            <a:pPr lvl="1" latinLnBrk="0" eaLnBrk="1"/>
            <a:r>
              <a:rPr sz="1400">
                <a:solidFill>
                  <a:srgbClr val="262626"/>
                </a:solidFill>
              </a:rPr>
              <a:t>Choose English, Português or Español. The new language applies immediately, no restart needed.</a:t>
            </a:r>
          </a:p>
          <a:p>
            <a:pPr latinLnBrk="0" eaLnBrk="1"/>
            <a:r>
              <a:rPr sz="1400">
                <a:solidFill>
                  <a:srgbClr val="262626"/>
                </a:solidFill>
              </a:rPr>
              <a:t>Names coming from the playlist (channels, categories, titles) are shown as the provider declares them and are not translated.</a:t>
            </a:r>
          </a:p>
        </p:txBody>
      </p:sp>
    </p:spTree>
    <p:extLst>
      <p:ext uri="{BB962C8B-B14F-4D97-AF65-F5344CB8AC3E}">
        <p14:creationId xmlns:p14="http://schemas.microsoft.com/office/powerpoint/2010/main" val="3190061480"/>
      </p:ext>
    </p:extLst>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Use Cases – Watch Live TV</a:t>
            </a:r>
          </a:p>
        </p:txBody>
      </p:sp>
      <p:sp>
        <p:nvSpPr>
          <p:cNvPr id="3" name="Content Placeholder 2"/>
          <p:cNvSpPr>
            <a:spLocks noGrp="1"/>
          </p:cNvSpPr>
          <p:nvPr>
            <p:ph idx="1"/>
          </p:nvPr>
        </p:nvSpPr>
        <p:spPr>
          <a:xfrm>
            <a:off x="457200" y="1600200"/>
            <a:ext cx="8229600" cy="4663440"/>
          </a:xfrm>
        </p:spPr>
        <p:txBody>
          <a:bodyPr/>
          <a:lstStyle/>
          <a:p>
            <a:pPr latinLnBrk="0" eaLnBrk="1"/>
            <a:r>
              <a:rPr sz="1300">
                <a:solidFill>
                  <a:srgbClr val="262626"/>
                </a:solidFill>
              </a:rPr>
              <a:t>1. On Home, move to "Live TV" in the top bar and press OK.</a:t>
            </a:r>
          </a:p>
          <a:p>
            <a:pPr latinLnBrk="0" eaLnBrk="1"/>
            <a:r>
              <a:rPr sz="1300">
                <a:solidFill>
                  <a:srgbClr val="262626"/>
                </a:solidFill>
              </a:rPr>
              <a:t>2. The left column lists the categories of the playlist. Select one and press OK to see its channels.</a:t>
            </a:r>
          </a:p>
          <a:p>
            <a:pPr latinLnBrk="0" eaLnBrk="1"/>
            <a:r>
              <a:rPr sz="1300">
                <a:solidFill>
                  <a:srgbClr val="262626"/>
                </a:solidFill>
              </a:rPr>
              <a:t>3. Each channel shows its number, logo and the current program when the playlist provides a guide (EPG). The right side shows the program now and the next ones.</a:t>
            </a:r>
          </a:p>
          <a:p>
            <a:pPr latinLnBrk="0" eaLnBrk="1"/>
            <a:r>
              <a:rPr sz="1300">
                <a:solidFill>
                  <a:srgbClr val="262626"/>
                </a:solidFill>
              </a:rPr>
              <a:t>4. Press OK on a channel to watch it in full screen. CHANNEL UP/DOWN switches to the previous/next channel.</a:t>
            </a:r>
          </a:p>
          <a:p>
            <a:pPr latinLnBrk="0" eaLnBrk="1"/>
            <a:r>
              <a:rPr sz="1300">
                <a:solidFill>
                  <a:srgbClr val="262626"/>
                </a:solidFill>
              </a:rPr>
              <a:t>5. RETURN closes the player and goes back to the channel, with the focus where it was.</a:t>
            </a:r>
          </a:p>
          <a:p>
            <a:pPr latinLnBrk="0" eaLnBrk="1"/>
            <a:r>
              <a:rPr sz="1300">
                <a:solidFill>
                  <a:srgbClr val="262626"/>
                </a:solidFill>
              </a:rPr>
              <a:t>Moving the focus never starts playback: only OK does.</a:t>
            </a:r>
          </a:p>
        </p:txBody>
      </p:sp>
      <p:sp>
        <p:nvSpPr>
          <p:cNvPr id="3" name="Slide Number Placeholder 2"/>
          <p:cNvSpPr>
            <a:spLocks noGrp="1"/>
          </p:cNvSpPr>
          <p:nvPr>
            <p:ph type="sldNum" sz="quarter" idx="4"/>
          </p:nvPr>
        </p:nvSpPr>
        <p:spPr/>
        <p:txBody>
          <a:bodyPr/>
          <a:lstStyle/>
          <a:p>
            <a:fld id="{42AF35AD-09C2-4EBD-8934-72FD947EF48F}" type="slidenum">
              <a:rPr lang="pl-PL" smtClean="0"/>
              <a:pPr/>
              <a:t>12</a:t>
            </a:fld>
            <a:endParaRPr lang="pl-PL"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Use Cases – Browse and Play Movies</a:t>
            </a:r>
          </a:p>
        </p:txBody>
      </p:sp>
      <p:sp>
        <p:nvSpPr>
          <p:cNvPr id="3" name="Content Placeholder 2"/>
          <p:cNvSpPr>
            <a:spLocks noGrp="1"/>
          </p:cNvSpPr>
          <p:nvPr>
            <p:ph idx="1"/>
          </p:nvPr>
        </p:nvSpPr>
        <p:spPr>
          <a:xfrm>
            <a:off x="457200" y="1600200"/>
            <a:ext cx="8229600" cy="4663440"/>
          </a:xfrm>
        </p:spPr>
        <p:txBody>
          <a:bodyPr/>
          <a:lstStyle/>
          <a:p>
            <a:pPr latinLnBrk="0" eaLnBrk="1"/>
            <a:r>
              <a:rPr sz="1300">
                <a:solidFill>
                  <a:srgbClr val="262626"/>
                </a:solidFill>
              </a:rPr>
              <a:t>1. On Home, select "Movies" in the top bar. Rows such as "Recently added" and "Top rated" are shown; LEFT opens the category list (★ Favorites, ↺ History, All and the categories of the playlist).</a:t>
            </a:r>
          </a:p>
          <a:p>
            <a:pPr latinLnBrk="0" eaLnBrk="1"/>
            <a:r>
              <a:rPr sz="1300">
                <a:solidFill>
                  <a:srgbClr val="262626"/>
                </a:solidFill>
              </a:rPr>
              <a:t>2. Press OK on a category or on "See all" to open the grid. The grid has "Search" and "Sort".</a:t>
            </a:r>
          </a:p>
          <a:p>
            <a:pPr latinLnBrk="0" eaLnBrk="1"/>
            <a:r>
              <a:rPr sz="1300">
                <a:solidFill>
                  <a:srgbClr val="262626"/>
                </a:solidFill>
              </a:rPr>
              <a:t>3. Press OK on a title to open its details: "Watch", "+ My List", "Similar", "Mark as watched", and the tabs Details / Cast / Similar.</a:t>
            </a:r>
          </a:p>
          <a:p>
            <a:pPr latinLnBrk="0" eaLnBrk="1"/>
            <a:r>
              <a:rPr sz="1300">
                <a:solidFill>
                  <a:srgbClr val="262626"/>
                </a:solidFill>
              </a:rPr>
              <a:t>4. "Watch" starts the movie. In the player, OK shows the controls: -10s, Pause, +10s, Audio, Quality, Aspect and Info.</a:t>
            </a:r>
          </a:p>
          <a:p>
            <a:pPr latinLnBrk="0" eaLnBrk="1"/>
            <a:r>
              <a:rPr sz="1300">
                <a:solidFill>
                  <a:srgbClr val="262626"/>
                </a:solidFill>
              </a:rPr>
              <a:t>5. A movie stopped in the middle shows "Resume from …" the next time.</a:t>
            </a:r>
          </a:p>
        </p:txBody>
      </p:sp>
      <p:sp>
        <p:nvSpPr>
          <p:cNvPr id="3" name="Slide Number Placeholder 2"/>
          <p:cNvSpPr>
            <a:spLocks noGrp="1"/>
          </p:cNvSpPr>
          <p:nvPr>
            <p:ph type="sldNum" sz="quarter" idx="4"/>
          </p:nvPr>
        </p:nvSpPr>
        <p:spPr/>
        <p:txBody>
          <a:bodyPr/>
          <a:lstStyle/>
          <a:p>
            <a:fld id="{42AF35AD-09C2-4EBD-8934-72FD947EF48F}" type="slidenum">
              <a:rPr lang="pl-PL" smtClean="0"/>
              <a:pPr/>
              <a:t>12</a:t>
            </a:fld>
            <a:endParaRPr lang="pl-PL"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Use Cases – Watch a Series Episode</a:t>
            </a:r>
          </a:p>
        </p:txBody>
      </p:sp>
      <p:sp>
        <p:nvSpPr>
          <p:cNvPr id="3" name="Content Placeholder 2"/>
          <p:cNvSpPr>
            <a:spLocks noGrp="1"/>
          </p:cNvSpPr>
          <p:nvPr>
            <p:ph idx="1"/>
          </p:nvPr>
        </p:nvSpPr>
        <p:spPr>
          <a:xfrm>
            <a:off x="457200" y="1600200"/>
            <a:ext cx="8229600" cy="4663440"/>
          </a:xfrm>
        </p:spPr>
        <p:txBody>
          <a:bodyPr/>
          <a:lstStyle/>
          <a:p>
            <a:pPr latinLnBrk="0" eaLnBrk="1"/>
            <a:r>
              <a:rPr sz="1300">
                <a:solidFill>
                  <a:srgbClr val="262626"/>
                </a:solidFill>
              </a:rPr>
              <a:t>1. On Home, select "Series" in the top bar and open a category, as for movies.</a:t>
            </a:r>
          </a:p>
          <a:p>
            <a:pPr latinLnBrk="0" eaLnBrk="1"/>
            <a:r>
              <a:rPr sz="1300">
                <a:solidFill>
                  <a:srgbClr val="262626"/>
                </a:solidFill>
              </a:rPr>
              <a:t>2. Press OK on a series. The details show the synopsis, "Watch T1:E1" (or "Continue" with progress), the season selector and the episode list.</a:t>
            </a:r>
          </a:p>
          <a:p>
            <a:pPr latinLnBrk="0" eaLnBrk="1"/>
            <a:r>
              <a:rPr sz="1300">
                <a:solidFill>
                  <a:srgbClr val="262626"/>
                </a:solidFill>
              </a:rPr>
              <a:t>3. Choose a season, move to an episode and press OK to play it.</a:t>
            </a:r>
          </a:p>
          <a:p>
            <a:pPr latinLnBrk="0" eaLnBrk="1"/>
            <a:r>
              <a:rPr sz="1300">
                <a:solidFill>
                  <a:srgbClr val="262626"/>
                </a:solidFill>
              </a:rPr>
              <a:t>4. RETURN goes back to the episode list, with the focus on the episode just watched.</a:t>
            </a:r>
          </a:p>
        </p:txBody>
      </p:sp>
      <p:sp>
        <p:nvSpPr>
          <p:cNvPr id="3" name="Slide Number Placeholder 2"/>
          <p:cNvSpPr>
            <a:spLocks noGrp="1"/>
          </p:cNvSpPr>
          <p:nvPr>
            <p:ph type="sldNum" sz="quarter" idx="4"/>
          </p:nvPr>
        </p:nvSpPr>
        <p:spPr/>
        <p:txBody>
          <a:bodyPr/>
          <a:lstStyle/>
          <a:p>
            <a:fld id="{42AF35AD-09C2-4EBD-8934-72FD947EF48F}" type="slidenum">
              <a:rPr lang="pl-PL" smtClean="0"/>
              <a:pPr/>
              <a:t>12</a:t>
            </a:fld>
            <a:endParaRPr lang="pl-PL"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Use Cases – Favorites, My List and History</a:t>
            </a:r>
          </a:p>
        </p:txBody>
      </p:sp>
      <p:sp>
        <p:nvSpPr>
          <p:cNvPr id="3" name="Content Placeholder 2"/>
          <p:cNvSpPr>
            <a:spLocks noGrp="1"/>
          </p:cNvSpPr>
          <p:nvPr>
            <p:ph idx="1"/>
          </p:nvPr>
        </p:nvSpPr>
        <p:spPr>
          <a:xfrm>
            <a:off x="457200" y="1600200"/>
            <a:ext cx="8229600" cy="4663440"/>
          </a:xfrm>
        </p:spPr>
        <p:txBody>
          <a:bodyPr/>
          <a:lstStyle/>
          <a:p>
            <a:pPr latinLnBrk="0" eaLnBrk="1"/>
            <a:r>
              <a:rPr sz="1300">
                <a:solidFill>
                  <a:srgbClr val="262626"/>
                </a:solidFill>
              </a:rPr>
              <a:t>1. Hold OK, or press the YELLOW key, on a channel, movie, series or radio station to add it to Favorites (the same gesture removes it).</a:t>
            </a:r>
          </a:p>
          <a:p>
            <a:pPr latinLnBrk="0" eaLnBrk="1"/>
            <a:r>
              <a:rPr sz="1300">
                <a:solidFill>
                  <a:srgbClr val="262626"/>
                </a:solidFill>
              </a:rPr>
              <a:t>2. Favorites appear in the "★ Favorites" category of each section and in the Home rows "My List" and "Favorite channels". Titles in progress appear in "Continue watching".</a:t>
            </a:r>
          </a:p>
          <a:p>
            <a:pPr latinLnBrk="0" eaLnBrk="1"/>
            <a:r>
              <a:rPr sz="1300">
                <a:solidFill>
                  <a:srgbClr val="262626"/>
                </a:solidFill>
              </a:rPr>
              <a:t>3. Titles already played appear in "↺ History". In the History grid, the RED key removes the focused title; the details screen also has "Remove from history".</a:t>
            </a:r>
          </a:p>
        </p:txBody>
      </p:sp>
      <p:sp>
        <p:nvSpPr>
          <p:cNvPr id="3" name="Slide Number Placeholder 2"/>
          <p:cNvSpPr>
            <a:spLocks noGrp="1"/>
          </p:cNvSpPr>
          <p:nvPr>
            <p:ph type="sldNum" sz="quarter" idx="4"/>
          </p:nvPr>
        </p:nvSpPr>
        <p:spPr/>
        <p:txBody>
          <a:bodyPr/>
          <a:lstStyle/>
          <a:p>
            <a:fld id="{42AF35AD-09C2-4EBD-8934-72FD947EF48F}" type="slidenum">
              <a:rPr lang="pl-PL" smtClean="0"/>
              <a:pPr/>
              <a:t>12</a:t>
            </a:fld>
            <a:endParaRPr lang="pl-PL"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Use Cases – Listen to Radio</a:t>
            </a:r>
          </a:p>
        </p:txBody>
      </p:sp>
      <p:sp>
        <p:nvSpPr>
          <p:cNvPr id="3" name="Content Placeholder 2"/>
          <p:cNvSpPr>
            <a:spLocks noGrp="1"/>
          </p:cNvSpPr>
          <p:nvPr>
            <p:ph idx="1"/>
          </p:nvPr>
        </p:nvSpPr>
        <p:spPr>
          <a:xfrm>
            <a:off x="457200" y="1600200"/>
            <a:ext cx="8229600" cy="4663440"/>
          </a:xfrm>
        </p:spPr>
        <p:txBody>
          <a:bodyPr/>
          <a:lstStyle/>
          <a:p>
            <a:pPr latinLnBrk="0" eaLnBrk="1"/>
            <a:r>
              <a:rPr sz="1300">
                <a:solidFill>
                  <a:srgbClr val="262626"/>
                </a:solidFill>
              </a:rPr>
              <a:t>1. Select "Radio" in the top bar. The left column has "★ Favorites", "Most played worldwide" and the countries.</a:t>
            </a:r>
          </a:p>
          <a:p>
            <a:pPr latinLnBrk="0" eaLnBrk="1"/>
            <a:r>
              <a:rPr sz="1300">
                <a:solidFill>
                  <a:srgbClr val="262626"/>
                </a:solidFill>
              </a:rPr>
              <a:t>2. Select a country to list its stations (public directory Radio Browser; it does not use the playlist).</a:t>
            </a:r>
          </a:p>
          <a:p>
            <a:pPr latinLnBrk="0" eaLnBrk="1"/>
            <a:r>
              <a:rPr sz="1300">
                <a:solidFill>
                  <a:srgbClr val="262626"/>
                </a:solidFill>
              </a:rPr>
              <a:t>3. Press OK on a station to play it; the "Now playing" bar shows it. STOP stops the radio.</a:t>
            </a:r>
          </a:p>
          <a:p>
            <a:pPr latinLnBrk="0" eaLnBrk="1"/>
            <a:r>
              <a:rPr sz="1300">
                <a:solidFill>
                  <a:srgbClr val="262626"/>
                </a:solidFill>
              </a:rPr>
              <a:t>4. Hold OK or press YELLOW to keep the station in Favorites.</a:t>
            </a:r>
          </a:p>
        </p:txBody>
      </p:sp>
      <p:sp>
        <p:nvSpPr>
          <p:cNvPr id="3" name="Slide Number Placeholder 2"/>
          <p:cNvSpPr>
            <a:spLocks noGrp="1"/>
          </p:cNvSpPr>
          <p:nvPr>
            <p:ph type="sldNum" sz="quarter" idx="4"/>
          </p:nvPr>
        </p:nvSpPr>
        <p:spPr/>
        <p:txBody>
          <a:bodyPr/>
          <a:lstStyle/>
          <a:p>
            <a:fld id="{42AF35AD-09C2-4EBD-8934-72FD947EF48F}" type="slidenum">
              <a:rPr lang="pl-PL" smtClean="0"/>
              <a:pPr/>
              <a:t>12</a:t>
            </a:fld>
            <a:endParaRPr lang="pl-PL"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Use Cases – Manage Lists, Categories and Parental Control</a:t>
            </a:r>
          </a:p>
        </p:txBody>
      </p:sp>
      <p:sp>
        <p:nvSpPr>
          <p:cNvPr id="3" name="Content Placeholder 2"/>
          <p:cNvSpPr>
            <a:spLocks noGrp="1"/>
          </p:cNvSpPr>
          <p:nvPr>
            <p:ph idx="1"/>
          </p:nvPr>
        </p:nvSpPr>
        <p:spPr>
          <a:xfrm>
            <a:off x="457200" y="1600200"/>
            <a:ext cx="8229600" cy="4663440"/>
          </a:xfrm>
        </p:spPr>
        <p:txBody>
          <a:bodyPr/>
          <a:lstStyle/>
          <a:p>
            <a:pPr latinLnBrk="0" eaLnBrk="1"/>
            <a:r>
              <a:rPr sz="1300">
                <a:solidFill>
                  <a:srgbClr val="262626"/>
                </a:solidFill>
              </a:rPr>
              <a:t>1. On "Select or Add your list", press DOWN on a list card: Resync, Edit, Delete and Configure.</a:t>
            </a:r>
          </a:p>
          <a:p>
            <a:pPr latinLnBrk="0" eaLnBrk="1"/>
            <a:r>
              <a:rPr sz="1300">
                <a:solidFill>
                  <a:srgbClr val="262626"/>
                </a:solidFill>
              </a:rPr>
              <a:t>2. "Configure" opens the settings of that list: Account &amp; list, EPG, Categories &amp; parental control, History.</a:t>
            </a:r>
          </a:p>
          <a:p>
            <a:pPr latinLnBrk="0" eaLnBrk="1"/>
            <a:r>
              <a:rPr sz="1300">
                <a:solidFill>
                  <a:srgbClr val="262626"/>
                </a:solidFill>
              </a:rPr>
              <a:t>3. In "Categories &amp; parental control", categories can be hidden or locked with a PIN. Opening a locked category asks for the PIN (number keys or the on-screen keypad).</a:t>
            </a:r>
          </a:p>
          <a:p>
            <a:pPr latinLnBrk="0" eaLnBrk="1"/>
            <a:r>
              <a:rPr sz="1300">
                <a:solidFill>
                  <a:srgbClr val="262626"/>
                </a:solidFill>
              </a:rPr>
              <a:t>4. "Settings" (bottom right of the list screen, or the gear in the top bar) has: Integrations (optional TMDB key of the user, for synopses and images), Playlists, Playback, Accessibility (including Language) and About &amp; credits.</a:t>
            </a:r>
          </a:p>
        </p:txBody>
      </p:sp>
      <p:sp>
        <p:nvSpPr>
          <p:cNvPr id="3" name="Slide Number Placeholder 2"/>
          <p:cNvSpPr>
            <a:spLocks noGrp="1"/>
          </p:cNvSpPr>
          <p:nvPr>
            <p:ph type="sldNum" sz="quarter" idx="4"/>
          </p:nvPr>
        </p:nvSpPr>
        <p:spPr/>
        <p:txBody>
          <a:bodyPr/>
          <a:lstStyle/>
          <a:p>
            <a:fld id="{42AF35AD-09C2-4EBD-8934-72FD947EF48F}" type="slidenum">
              <a:rPr lang="pl-PL" smtClean="0"/>
              <a:pPr/>
              <a:t>12</a:t>
            </a:fld>
            <a:endParaRPr lang="pl-PL"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Menus and Functions</a:t>
            </a:r>
          </a:p>
        </p:txBody>
      </p:sp>
      <p:sp>
        <p:nvSpPr>
          <p:cNvPr id="3" name="Slide Number Placeholder 2"/>
          <p:cNvSpPr>
            <a:spLocks noGrp="1"/>
          </p:cNvSpPr>
          <p:nvPr>
            <p:ph type="sldNum" sz="quarter" idx="4"/>
          </p:nvPr>
        </p:nvSpPr>
        <p:spPr/>
        <p:txBody>
          <a:bodyPr/>
          <a:lstStyle/>
          <a:p>
            <a:fld id="{42AF35AD-09C2-4EBD-8934-72FD947EF48F}" type="slidenum">
              <a:rPr lang="pl-PL" smtClean="0"/>
              <a:pPr/>
              <a:t>16</a:t>
            </a:fld>
            <a:endParaRPr lang="pl-PL" dirty="0"/>
          </a:p>
        </p:txBody>
      </p:sp>
      <p:sp>
        <p:nvSpPr>
          <p:cNvPr id="7" name="제목 1"/>
          <p:cNvSpPr txBox="1">
            <a:spLocks/>
          </p:cNvSpPr>
          <p:nvPr/>
        </p:nvSpPr>
        <p:spPr>
          <a:xfrm>
            <a:off x="2123728" y="980728"/>
            <a:ext cx="6563072" cy="615603"/>
          </a:xfrm>
          <a:prstGeom prst="rect">
            <a:avLst/>
          </a:prstGeom>
        </p:spPr>
        <p:txBody>
          <a:bodyPr vert="horz" lIns="91440" tIns="45720" rIns="91440" bIns="45720" rtlCol="0" anchor="ctr">
            <a:noAutofit/>
          </a:bodyPr>
          <a:lstStyle>
            <a:lvl1pPr algn="r" rtl="0" eaLnBrk="1" latinLnBrk="1" hangingPunct="1">
              <a:spcBef>
                <a:spcPct val="0"/>
              </a:spcBef>
              <a:buNone/>
              <a:defRPr kumimoji="0" sz="2800" b="0" kern="1200">
                <a:ln>
                  <a:noFill/>
                </a:ln>
                <a:solidFill>
                  <a:srgbClr val="374971"/>
                </a:solidFill>
                <a:effectLst/>
                <a:latin typeface="+mj-lt"/>
                <a:ea typeface="+mj-ea"/>
                <a:cs typeface="+mj-cs"/>
              </a:defRPr>
            </a:lvl1pPr>
          </a:lstStyle>
          <a:p>
            <a:pPr latinLnBrk="0" eaLnBrk="1"/>
            <a:r>
              <a:rPr>
                <a:solidFill>
                  <a:srgbClr val="34497A"/>
                </a:solidFill>
              </a:rPr>
              <a:t>Select or Add your list</a:t>
            </a:r>
          </a:p>
        </p:txBody>
      </p:sp>
      <p:pic>
        <p:nvPicPr>
          <p:cNvPr id="8" name="Picture 7" descr="ui_01_lists.jpg"/>
          <p:cNvPicPr>
            <a:picLocks noChangeAspect="1"/>
          </p:cNvPicPr>
          <p:nvPr/>
        </p:nvPicPr>
        <p:blipFill>
          <a:blip r:embed="rId2"/>
          <a:stretch>
            <a:fillRect/>
          </a:stretch>
        </p:blipFill>
        <p:spPr>
          <a:xfrm>
            <a:off x="320040" y="1783080"/>
            <a:ext cx="5577840" cy="3137535"/>
          </a:xfrm>
          <a:prstGeom prst="rect">
            <a:avLst/>
          </a:prstGeom>
        </p:spPr>
      </p:pic>
      <p:sp>
        <p:nvSpPr>
          <p:cNvPr id="9" name="Oval 8">
            <a:extLst>
              <a:ext uri="{FF2B5EF4-FFF2-40B4-BE49-F238E27FC236}">
                <a16:creationId xmlns:a16="http://schemas.microsoft.com/office/drawing/2014/main" id="{8E984AB7-EF75-44A4-AB87-B372E5B32EB0}"/>
              </a:ext>
            </a:extLst>
          </p:cNvPr>
          <p:cNvSpPr/>
          <p:nvPr/>
        </p:nvSpPr>
        <p:spPr>
          <a:xfrm>
            <a:off x="2085833" y="3301937"/>
            <a:ext cx="216024" cy="216024"/>
          </a:xfrm>
          <a:prstGeom prst="ellipse">
            <a:avLst/>
          </a:prstGeom>
          <a:solidFill>
            <a:srgbClr val="94C46F"/>
          </a:solidFill>
          <a:ln>
            <a:solidFill>
              <a:srgbClr val="94C46F"/>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sz="1400" dirty="0"/>
              <a:t>1</a:t>
            </a:r>
            <a:endParaRPr lang="en-US" dirty="0"/>
          </a:p>
        </p:txBody>
      </p:sp>
      <p:sp>
        <p:nvSpPr>
          <p:cNvPr id="9" name="Oval 8">
            <a:extLst>
              <a:ext uri="{FF2B5EF4-FFF2-40B4-BE49-F238E27FC236}">
                <a16:creationId xmlns:a16="http://schemas.microsoft.com/office/drawing/2014/main" id="{8E984AB7-EF75-44A4-AB87-B372E5B32EB0}"/>
              </a:ext>
            </a:extLst>
          </p:cNvPr>
          <p:cNvSpPr/>
          <p:nvPr/>
        </p:nvSpPr>
        <p:spPr>
          <a:xfrm>
            <a:off x="3857959" y="3301937"/>
            <a:ext cx="216024" cy="216024"/>
          </a:xfrm>
          <a:prstGeom prst="ellipse">
            <a:avLst/>
          </a:prstGeom>
          <a:solidFill>
            <a:srgbClr val="94C46F"/>
          </a:solidFill>
          <a:ln>
            <a:solidFill>
              <a:srgbClr val="94C46F"/>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sz="1400" dirty="0"/>
              <a:t>2</a:t>
            </a:r>
            <a:endParaRPr lang="en-US" dirty="0"/>
          </a:p>
        </p:txBody>
      </p:sp>
      <p:sp>
        <p:nvSpPr>
          <p:cNvPr id="9" name="Oval 8">
            <a:extLst>
              <a:ext uri="{FF2B5EF4-FFF2-40B4-BE49-F238E27FC236}">
                <a16:creationId xmlns:a16="http://schemas.microsoft.com/office/drawing/2014/main" id="{8E984AB7-EF75-44A4-AB87-B372E5B32EB0}"/>
              </a:ext>
            </a:extLst>
          </p:cNvPr>
          <p:cNvSpPr/>
          <p:nvPr/>
        </p:nvSpPr>
        <p:spPr>
          <a:xfrm>
            <a:off x="4990958" y="4632485"/>
            <a:ext cx="216024" cy="216024"/>
          </a:xfrm>
          <a:prstGeom prst="ellipse">
            <a:avLst/>
          </a:prstGeom>
          <a:solidFill>
            <a:srgbClr val="94C46F"/>
          </a:solidFill>
          <a:ln>
            <a:solidFill>
              <a:srgbClr val="94C46F"/>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sz="1400" dirty="0"/>
              <a:t>3</a:t>
            </a:r>
            <a:endParaRPr lang="en-US" dirty="0"/>
          </a:p>
        </p:txBody>
      </p:sp>
      <p:graphicFrame>
        <p:nvGraphicFramePr>
          <p:cNvPr id="4" name="Table 3">
            <a:extLst>
              <a:ext uri="{FF2B5EF4-FFF2-40B4-BE49-F238E27FC236}">
                <a16:creationId xmlns:a16="http://schemas.microsoft.com/office/drawing/2014/main" id="{ECD141EA-C744-4381-9930-2699EC03EE67}"/>
              </a:ext>
            </a:extLst>
          </p:cNvPr>
          <p:cNvGraphicFramePr>
            <a:graphicFrameLocks noGrp="1"/>
          </p:cNvGraphicFramePr>
          <p:nvPr>
            <p:extLst>
              <p:ext uri="{D42A27DB-BD31-4B8C-83A1-F6EECF244321}">
                <p14:modId xmlns:p14="http://schemas.microsoft.com/office/powerpoint/2010/main" val="1663403640"/>
              </p:ext>
            </p:extLst>
          </p:nvPr>
        </p:nvGraphicFramePr>
        <p:xfrm>
          <a:off x="6035040" y="1783080"/>
          <a:ext cx="2788920" cy="2068890"/>
        </p:xfrm>
        <a:graphic>
          <a:graphicData uri="http://schemas.openxmlformats.org/drawingml/2006/table">
            <a:tbl>
              <a:tblPr firstRow="1" bandRow="1">
                <a:tableStyleId>{5C22544A-7EE6-4342-B048-85BDC9FD1C3A}</a:tableStyleId>
              </a:tblPr>
              <a:tblGrid>
                <a:gridCol w="411480">
                  <a:extLst>
                    <a:ext uri="{9D8B030D-6E8A-4147-A177-3AD203B41FA5}">
                      <a16:colId xmlns:a16="http://schemas.microsoft.com/office/drawing/2014/main" val="78765453"/>
                    </a:ext>
                  </a:extLst>
                </a:gridCol>
                <a:gridCol w="2377440">
                  <a:extLst>
                    <a:ext uri="{9D8B030D-6E8A-4147-A177-3AD203B41FA5}">
                      <a16:colId xmlns:a16="http://schemas.microsoft.com/office/drawing/2014/main" val="3768374184"/>
                    </a:ext>
                  </a:extLst>
                </a:gridCol>
              </a:tblGrid>
              <a:tr h="240965">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900" b="1">
                          <a:solidFill>
                            <a:srgbClr val="FFFFFF"/>
                          </a:solidFill>
                          <a:latin typeface="Arial"/>
                        </a:rPr>
                        <a:t>No.</a:t>
                      </a:r>
                    </a:p>
                  </a:txBody>
                  <a:tcPr/>
                </a:tc>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900" b="1">
                          <a:solidFill>
                            <a:srgbClr val="FFFFFF"/>
                          </a:solidFill>
                          <a:latin typeface="Arial"/>
                        </a:rPr>
                        <a:t>Description</a:t>
                      </a:r>
                    </a:p>
                  </a:txBody>
                  <a:tcPr/>
                </a:tc>
                <a:extLst>
                  <a:ext uri="{0D108BD9-81ED-4DB2-BD59-A6C34878D82A}">
                    <a16:rowId xmlns:a16="http://schemas.microsoft.com/office/drawing/2014/main" val="1433768151"/>
                  </a:ext>
                </a:extLst>
              </a:tr>
              <a:tr h="368534">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850" b="0">
                          <a:solidFill>
                            <a:srgbClr val="262626"/>
                          </a:solidFill>
                          <a:latin typeface="Arial"/>
                        </a:rPr>
                        <a:t>1</a:t>
                      </a:r>
                    </a:p>
                  </a:txBody>
                  <a:tcPr/>
                </a:tc>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850" b="0">
                          <a:solidFill>
                            <a:srgbClr val="262626"/>
                          </a:solidFill>
                          <a:latin typeface="Arial"/>
                        </a:rPr>
                        <a:t>List card (one per playlist). OK opens the list; DOWN shows Resync, Edit, Delete and Configure.</a:t>
                      </a:r>
                    </a:p>
                  </a:txBody>
                  <a:tcPr/>
                </a:tc>
                <a:extLst>
                  <a:ext uri="{0D108BD9-81ED-4DB2-BD59-A6C34878D82A}">
                    <a16:rowId xmlns:a16="http://schemas.microsoft.com/office/drawing/2014/main" val="3432369760"/>
                  </a:ext>
                </a:extLst>
              </a:tr>
              <a:tr h="226790">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850" b="0">
                          <a:solidFill>
                            <a:srgbClr val="262626"/>
                          </a:solidFill>
                          <a:latin typeface="Arial"/>
                        </a:rPr>
                        <a:t>2</a:t>
                      </a:r>
                    </a:p>
                  </a:txBody>
                  <a:tcPr/>
                </a:tc>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850" b="0">
                          <a:solidFill>
                            <a:srgbClr val="262626"/>
                          </a:solidFill>
                          <a:latin typeface="Arial"/>
                        </a:rPr>
                        <a:t>"Add list": opens the playlist form.</a:t>
                      </a:r>
                    </a:p>
                  </a:txBody>
                  <a:tcPr/>
                </a:tc>
                <a:extLst>
                  <a:ext uri="{0D108BD9-81ED-4DB2-BD59-A6C34878D82A}">
                    <a16:rowId xmlns:a16="http://schemas.microsoft.com/office/drawing/2014/main" val="1328630216"/>
                  </a:ext>
                </a:extLst>
              </a:tr>
              <a:tr h="226790">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850" b="0">
                          <a:solidFill>
                            <a:srgbClr val="262626"/>
                          </a:solidFill>
                          <a:latin typeface="Arial"/>
                        </a:rPr>
                        <a:t>3</a:t>
                      </a:r>
                    </a:p>
                  </a:txBody>
                  <a:tcPr/>
                </a:tc>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marL="0" marR="0" lvl="0" indent="0" algn="l" defTabSz="914400" rtl="0" eaLnBrk="1" fontAlgn="b" latinLnBrk="0" hangingPunct="1">
                        <a:lnSpc>
                          <a:spcPct val="100000"/>
                        </a:lnSpc>
                        <a:spcBef>
                          <a:spcPts val="0"/>
                        </a:spcBef>
                        <a:spcAft>
                          <a:spcPts val="0"/>
                        </a:spcAft>
                        <a:buClrTx/>
                        <a:buSzTx/>
                        <a:buFontTx/>
                        <a:buNone/>
                        <a:tabLst/>
                        <a:defRPr/>
                      </a:pPr>
                      <a:r>
                        <a:rPr sz="850" b="0">
                          <a:solidFill>
                            <a:srgbClr val="262626"/>
                          </a:solidFill>
                          <a:latin typeface="Arial"/>
                        </a:rPr>
                        <a:t>Settings for all lists.</a:t>
                      </a:r>
                    </a:p>
                  </a:txBody>
                  <a:tcPr/>
                </a:tc>
                <a:extLst>
                  <a:ext uri="{0D108BD9-81ED-4DB2-BD59-A6C34878D82A}">
                    <a16:rowId xmlns:a16="http://schemas.microsoft.com/office/drawing/2014/main" val="3379408515"/>
                  </a:ext>
                </a:extLst>
              </a:tr>
            </a:tbl>
          </a:graphicData>
        </a:graphic>
      </p:graphicFrame>
      <p:sp>
        <p:nvSpPr>
          <p:cNvPr id="10" name="TextBox 9"/>
          <p:cNvSpPr txBox="1"/>
          <p:nvPr/>
        </p:nvSpPr>
        <p:spPr>
          <a:xfrm>
            <a:off x="320040" y="5030343"/>
            <a:ext cx="5577840" cy="731520"/>
          </a:xfrm>
          <a:prstGeom prst="rect">
            <a:avLst/>
          </a:prstGeom>
          <a:noFill/>
        </p:spPr>
        <p:txBody>
          <a:bodyPr wrap="square">
            <a:spAutoFit/>
          </a:bodyPr>
          <a:lstStyle/>
          <a:p>
            <a:pPr latinLnBrk="0" eaLnBrk="1"/>
            <a:r>
              <a:rPr sz="1000">
                <a:solidFill>
                  <a:srgbClr val="262626"/>
                </a:solidFill>
              </a:rPr>
              <a:t>RETURN on this screen shows the "Exit CCPlayTV?" confirmation.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Menus and Functions</a:t>
            </a:r>
          </a:p>
        </p:txBody>
      </p:sp>
      <p:sp>
        <p:nvSpPr>
          <p:cNvPr id="3" name="Slide Number Placeholder 2"/>
          <p:cNvSpPr>
            <a:spLocks noGrp="1"/>
          </p:cNvSpPr>
          <p:nvPr>
            <p:ph type="sldNum" sz="quarter" idx="4"/>
          </p:nvPr>
        </p:nvSpPr>
        <p:spPr/>
        <p:txBody>
          <a:bodyPr/>
          <a:lstStyle/>
          <a:p>
            <a:fld id="{42AF35AD-09C2-4EBD-8934-72FD947EF48F}" type="slidenum">
              <a:rPr lang="pl-PL" smtClean="0"/>
              <a:pPr/>
              <a:t>16</a:t>
            </a:fld>
            <a:endParaRPr lang="pl-PL" dirty="0"/>
          </a:p>
        </p:txBody>
      </p:sp>
      <p:sp>
        <p:nvSpPr>
          <p:cNvPr id="7" name="제목 1"/>
          <p:cNvSpPr txBox="1">
            <a:spLocks/>
          </p:cNvSpPr>
          <p:nvPr/>
        </p:nvSpPr>
        <p:spPr>
          <a:xfrm>
            <a:off x="2123728" y="980728"/>
            <a:ext cx="6563072" cy="615603"/>
          </a:xfrm>
          <a:prstGeom prst="rect">
            <a:avLst/>
          </a:prstGeom>
        </p:spPr>
        <p:txBody>
          <a:bodyPr vert="horz" lIns="91440" tIns="45720" rIns="91440" bIns="45720" rtlCol="0" anchor="ctr">
            <a:noAutofit/>
          </a:bodyPr>
          <a:lstStyle>
            <a:lvl1pPr algn="r" rtl="0" eaLnBrk="1" latinLnBrk="1" hangingPunct="1">
              <a:spcBef>
                <a:spcPct val="0"/>
              </a:spcBef>
              <a:buNone/>
              <a:defRPr kumimoji="0" sz="2800" b="0" kern="1200">
                <a:ln>
                  <a:noFill/>
                </a:ln>
                <a:solidFill>
                  <a:srgbClr val="374971"/>
                </a:solidFill>
                <a:effectLst/>
                <a:latin typeface="+mj-lt"/>
                <a:ea typeface="+mj-ea"/>
                <a:cs typeface="+mj-cs"/>
              </a:defRPr>
            </a:lvl1pPr>
          </a:lstStyle>
          <a:p>
            <a:pPr latinLnBrk="0" eaLnBrk="1"/>
            <a:r>
              <a:rPr>
                <a:solidFill>
                  <a:srgbClr val="34497A"/>
                </a:solidFill>
              </a:rPr>
              <a:t>Exit confirmation</a:t>
            </a:r>
          </a:p>
        </p:txBody>
      </p:sp>
      <p:pic>
        <p:nvPicPr>
          <p:cNvPr id="8" name="Picture 7" descr="ui_02_exit.jpg"/>
          <p:cNvPicPr>
            <a:picLocks noChangeAspect="1"/>
          </p:cNvPicPr>
          <p:nvPr/>
        </p:nvPicPr>
        <p:blipFill>
          <a:blip r:embed="rId2"/>
          <a:stretch>
            <a:fillRect/>
          </a:stretch>
        </p:blipFill>
        <p:spPr>
          <a:xfrm>
            <a:off x="320040" y="1783080"/>
            <a:ext cx="5577840" cy="3137535"/>
          </a:xfrm>
          <a:prstGeom prst="rect">
            <a:avLst/>
          </a:prstGeom>
        </p:spPr>
      </p:pic>
      <p:sp>
        <p:nvSpPr>
          <p:cNvPr id="9" name="Oval 8">
            <a:extLst>
              <a:ext uri="{FF2B5EF4-FFF2-40B4-BE49-F238E27FC236}">
                <a16:creationId xmlns:a16="http://schemas.microsoft.com/office/drawing/2014/main" id="{8E984AB7-EF75-44A4-AB87-B372E5B32EB0}"/>
              </a:ext>
            </a:extLst>
          </p:cNvPr>
          <p:cNvSpPr/>
          <p:nvPr/>
        </p:nvSpPr>
        <p:spPr>
          <a:xfrm>
            <a:off x="3343752" y="3301937"/>
            <a:ext cx="216024" cy="216024"/>
          </a:xfrm>
          <a:prstGeom prst="ellipse">
            <a:avLst/>
          </a:prstGeom>
          <a:solidFill>
            <a:srgbClr val="94C46F"/>
          </a:solidFill>
          <a:ln>
            <a:solidFill>
              <a:srgbClr val="94C46F"/>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sz="1400" dirty="0"/>
              <a:t>1</a:t>
            </a:r>
            <a:endParaRPr lang="en-US" dirty="0"/>
          </a:p>
        </p:txBody>
      </p:sp>
      <p:sp>
        <p:nvSpPr>
          <p:cNvPr id="9" name="Oval 8">
            <a:extLst>
              <a:ext uri="{FF2B5EF4-FFF2-40B4-BE49-F238E27FC236}">
                <a16:creationId xmlns:a16="http://schemas.microsoft.com/office/drawing/2014/main" id="{8E984AB7-EF75-44A4-AB87-B372E5B32EB0}"/>
              </a:ext>
            </a:extLst>
          </p:cNvPr>
          <p:cNvSpPr/>
          <p:nvPr/>
        </p:nvSpPr>
        <p:spPr>
          <a:xfrm>
            <a:off x="3706893" y="3301937"/>
            <a:ext cx="216024" cy="216024"/>
          </a:xfrm>
          <a:prstGeom prst="ellipse">
            <a:avLst/>
          </a:prstGeom>
          <a:solidFill>
            <a:srgbClr val="94C46F"/>
          </a:solidFill>
          <a:ln>
            <a:solidFill>
              <a:srgbClr val="94C46F"/>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sz="1400" dirty="0"/>
              <a:t>2</a:t>
            </a:r>
            <a:endParaRPr lang="en-US" dirty="0"/>
          </a:p>
        </p:txBody>
      </p:sp>
      <p:graphicFrame>
        <p:nvGraphicFramePr>
          <p:cNvPr id="4" name="Table 3">
            <a:extLst>
              <a:ext uri="{FF2B5EF4-FFF2-40B4-BE49-F238E27FC236}">
                <a16:creationId xmlns:a16="http://schemas.microsoft.com/office/drawing/2014/main" id="{ECD141EA-C744-4381-9930-2699EC03EE67}"/>
              </a:ext>
            </a:extLst>
          </p:cNvPr>
          <p:cNvGraphicFramePr>
            <a:graphicFrameLocks noGrp="1"/>
          </p:cNvGraphicFramePr>
          <p:nvPr>
            <p:extLst>
              <p:ext uri="{D42A27DB-BD31-4B8C-83A1-F6EECF244321}">
                <p14:modId xmlns:p14="http://schemas.microsoft.com/office/powerpoint/2010/main" val="1663403640"/>
              </p:ext>
            </p:extLst>
          </p:nvPr>
        </p:nvGraphicFramePr>
        <p:xfrm>
          <a:off x="6035040" y="1783080"/>
          <a:ext cx="2788920" cy="2068890"/>
        </p:xfrm>
        <a:graphic>
          <a:graphicData uri="http://schemas.openxmlformats.org/drawingml/2006/table">
            <a:tbl>
              <a:tblPr firstRow="1" bandRow="1">
                <a:tableStyleId>{5C22544A-7EE6-4342-B048-85BDC9FD1C3A}</a:tableStyleId>
              </a:tblPr>
              <a:tblGrid>
                <a:gridCol w="411480">
                  <a:extLst>
                    <a:ext uri="{9D8B030D-6E8A-4147-A177-3AD203B41FA5}">
                      <a16:colId xmlns:a16="http://schemas.microsoft.com/office/drawing/2014/main" val="78765453"/>
                    </a:ext>
                  </a:extLst>
                </a:gridCol>
                <a:gridCol w="2377440">
                  <a:extLst>
                    <a:ext uri="{9D8B030D-6E8A-4147-A177-3AD203B41FA5}">
                      <a16:colId xmlns:a16="http://schemas.microsoft.com/office/drawing/2014/main" val="3768374184"/>
                    </a:ext>
                  </a:extLst>
                </a:gridCol>
              </a:tblGrid>
              <a:tr h="240965">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900" b="1">
                          <a:solidFill>
                            <a:srgbClr val="FFFFFF"/>
                          </a:solidFill>
                          <a:latin typeface="Arial"/>
                        </a:rPr>
                        <a:t>No.</a:t>
                      </a:r>
                    </a:p>
                  </a:txBody>
                  <a:tcPr/>
                </a:tc>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900" b="1">
                          <a:solidFill>
                            <a:srgbClr val="FFFFFF"/>
                          </a:solidFill>
                          <a:latin typeface="Arial"/>
                        </a:rPr>
                        <a:t>Description</a:t>
                      </a:r>
                    </a:p>
                  </a:txBody>
                  <a:tcPr/>
                </a:tc>
                <a:extLst>
                  <a:ext uri="{0D108BD9-81ED-4DB2-BD59-A6C34878D82A}">
                    <a16:rowId xmlns:a16="http://schemas.microsoft.com/office/drawing/2014/main" val="1433768151"/>
                  </a:ext>
                </a:extLst>
              </a:tr>
              <a:tr h="368534">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850" b="0">
                          <a:solidFill>
                            <a:srgbClr val="262626"/>
                          </a:solidFill>
                          <a:latin typeface="Arial"/>
                        </a:rPr>
                        <a:t>1</a:t>
                      </a:r>
                    </a:p>
                  </a:txBody>
                  <a:tcPr/>
                </a:tc>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850" b="0">
                          <a:solidFill>
                            <a:srgbClr val="262626"/>
                          </a:solidFill>
                          <a:latin typeface="Arial"/>
                        </a:rPr>
                        <a:t>"Cancel": closes the dialog (default focus).</a:t>
                      </a:r>
                    </a:p>
                  </a:txBody>
                  <a:tcPr/>
                </a:tc>
                <a:extLst>
                  <a:ext uri="{0D108BD9-81ED-4DB2-BD59-A6C34878D82A}">
                    <a16:rowId xmlns:a16="http://schemas.microsoft.com/office/drawing/2014/main" val="3432369760"/>
                  </a:ext>
                </a:extLst>
              </a:tr>
              <a:tr h="226790">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850" b="0">
                          <a:solidFill>
                            <a:srgbClr val="262626"/>
                          </a:solidFill>
                          <a:latin typeface="Arial"/>
                        </a:rPr>
                        <a:t>2</a:t>
                      </a:r>
                    </a:p>
                  </a:txBody>
                  <a:tcPr/>
                </a:tc>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850" b="0">
                          <a:solidFill>
                            <a:srgbClr val="262626"/>
                          </a:solidFill>
                          <a:latin typeface="Arial"/>
                        </a:rPr>
                        <a:t>"Exit": closes the application.</a:t>
                      </a:r>
                    </a:p>
                  </a:txBody>
                  <a:tcPr/>
                </a:tc>
                <a:extLst>
                  <a:ext uri="{0D108BD9-81ED-4DB2-BD59-A6C34878D82A}">
                    <a16:rowId xmlns:a16="http://schemas.microsoft.com/office/drawing/2014/main" val="1328630216"/>
                  </a:ext>
                </a:extLst>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Menus and Functions</a:t>
            </a:r>
          </a:p>
        </p:txBody>
      </p:sp>
      <p:sp>
        <p:nvSpPr>
          <p:cNvPr id="3" name="Slide Number Placeholder 2"/>
          <p:cNvSpPr>
            <a:spLocks noGrp="1"/>
          </p:cNvSpPr>
          <p:nvPr>
            <p:ph type="sldNum" sz="quarter" idx="4"/>
          </p:nvPr>
        </p:nvSpPr>
        <p:spPr/>
        <p:txBody>
          <a:bodyPr/>
          <a:lstStyle/>
          <a:p>
            <a:fld id="{42AF35AD-09C2-4EBD-8934-72FD947EF48F}" type="slidenum">
              <a:rPr lang="pl-PL" smtClean="0"/>
              <a:pPr/>
              <a:t>16</a:t>
            </a:fld>
            <a:endParaRPr lang="pl-PL" dirty="0"/>
          </a:p>
        </p:txBody>
      </p:sp>
      <p:sp>
        <p:nvSpPr>
          <p:cNvPr id="7" name="제목 1"/>
          <p:cNvSpPr txBox="1">
            <a:spLocks/>
          </p:cNvSpPr>
          <p:nvPr/>
        </p:nvSpPr>
        <p:spPr>
          <a:xfrm>
            <a:off x="2123728" y="980728"/>
            <a:ext cx="6563072" cy="615603"/>
          </a:xfrm>
          <a:prstGeom prst="rect">
            <a:avLst/>
          </a:prstGeom>
        </p:spPr>
        <p:txBody>
          <a:bodyPr vert="horz" lIns="91440" tIns="45720" rIns="91440" bIns="45720" rtlCol="0" anchor="ctr">
            <a:noAutofit/>
          </a:bodyPr>
          <a:lstStyle>
            <a:lvl1pPr algn="r" rtl="0" eaLnBrk="1" latinLnBrk="1" hangingPunct="1">
              <a:spcBef>
                <a:spcPct val="0"/>
              </a:spcBef>
              <a:buNone/>
              <a:defRPr kumimoji="0" sz="2800" b="0" kern="1200">
                <a:ln>
                  <a:noFill/>
                </a:ln>
                <a:solidFill>
                  <a:srgbClr val="374971"/>
                </a:solidFill>
                <a:effectLst/>
                <a:latin typeface="+mj-lt"/>
                <a:ea typeface="+mj-ea"/>
                <a:cs typeface="+mj-cs"/>
              </a:defRPr>
            </a:lvl1pPr>
          </a:lstStyle>
          <a:p>
            <a:pPr latinLnBrk="0" eaLnBrk="1"/>
            <a:r>
              <a:rPr>
                <a:solidFill>
                  <a:srgbClr val="34497A"/>
                </a:solidFill>
              </a:rPr>
              <a:t>Connect your playlist</a:t>
            </a:r>
          </a:p>
        </p:txBody>
      </p:sp>
      <p:pic>
        <p:nvPicPr>
          <p:cNvPr id="8" name="Picture 7" descr="ui_03_add_list.jpg"/>
          <p:cNvPicPr>
            <a:picLocks noChangeAspect="1"/>
          </p:cNvPicPr>
          <p:nvPr/>
        </p:nvPicPr>
        <p:blipFill>
          <a:blip r:embed="rId2"/>
          <a:stretch>
            <a:fillRect/>
          </a:stretch>
        </p:blipFill>
        <p:spPr>
          <a:xfrm>
            <a:off x="320040" y="1783080"/>
            <a:ext cx="5577840" cy="3137535"/>
          </a:xfrm>
          <a:prstGeom prst="rect">
            <a:avLst/>
          </a:prstGeom>
        </p:spPr>
      </p:pic>
      <p:sp>
        <p:nvSpPr>
          <p:cNvPr id="9" name="Oval 8">
            <a:extLst>
              <a:ext uri="{FF2B5EF4-FFF2-40B4-BE49-F238E27FC236}">
                <a16:creationId xmlns:a16="http://schemas.microsoft.com/office/drawing/2014/main" id="{8E984AB7-EF75-44A4-AB87-B372E5B32EB0}"/>
              </a:ext>
            </a:extLst>
          </p:cNvPr>
          <p:cNvSpPr/>
          <p:nvPr/>
        </p:nvSpPr>
        <p:spPr>
          <a:xfrm>
            <a:off x="5673662" y="2863264"/>
            <a:ext cx="216024" cy="216024"/>
          </a:xfrm>
          <a:prstGeom prst="ellipse">
            <a:avLst/>
          </a:prstGeom>
          <a:solidFill>
            <a:srgbClr val="94C46F"/>
          </a:solidFill>
          <a:ln>
            <a:solidFill>
              <a:srgbClr val="94C46F"/>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sz="1400" dirty="0"/>
              <a:t>1</a:t>
            </a:r>
            <a:endParaRPr lang="en-US" dirty="0"/>
          </a:p>
        </p:txBody>
      </p:sp>
      <p:sp>
        <p:nvSpPr>
          <p:cNvPr id="9" name="Oval 8">
            <a:extLst>
              <a:ext uri="{FF2B5EF4-FFF2-40B4-BE49-F238E27FC236}">
                <a16:creationId xmlns:a16="http://schemas.microsoft.com/office/drawing/2014/main" id="{8E984AB7-EF75-44A4-AB87-B372E5B32EB0}"/>
              </a:ext>
            </a:extLst>
          </p:cNvPr>
          <p:cNvSpPr/>
          <p:nvPr/>
        </p:nvSpPr>
        <p:spPr>
          <a:xfrm>
            <a:off x="5673662" y="3165397"/>
            <a:ext cx="216024" cy="216024"/>
          </a:xfrm>
          <a:prstGeom prst="ellipse">
            <a:avLst/>
          </a:prstGeom>
          <a:solidFill>
            <a:srgbClr val="94C46F"/>
          </a:solidFill>
          <a:ln>
            <a:solidFill>
              <a:srgbClr val="94C46F"/>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sz="1400" dirty="0"/>
              <a:t>2</a:t>
            </a:r>
            <a:endParaRPr lang="en-US" dirty="0"/>
          </a:p>
        </p:txBody>
      </p:sp>
      <p:sp>
        <p:nvSpPr>
          <p:cNvPr id="9" name="Oval 8">
            <a:extLst>
              <a:ext uri="{FF2B5EF4-FFF2-40B4-BE49-F238E27FC236}">
                <a16:creationId xmlns:a16="http://schemas.microsoft.com/office/drawing/2014/main" id="{8E984AB7-EF75-44A4-AB87-B372E5B32EB0}"/>
              </a:ext>
            </a:extLst>
          </p:cNvPr>
          <p:cNvSpPr/>
          <p:nvPr/>
        </p:nvSpPr>
        <p:spPr>
          <a:xfrm>
            <a:off x="4961907" y="4007883"/>
            <a:ext cx="216024" cy="216024"/>
          </a:xfrm>
          <a:prstGeom prst="ellipse">
            <a:avLst/>
          </a:prstGeom>
          <a:solidFill>
            <a:srgbClr val="94C46F"/>
          </a:solidFill>
          <a:ln>
            <a:solidFill>
              <a:srgbClr val="94C46F"/>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sz="1400" dirty="0"/>
              <a:t>3</a:t>
            </a:r>
            <a:endParaRPr lang="en-US" dirty="0"/>
          </a:p>
        </p:txBody>
      </p:sp>
      <p:sp>
        <p:nvSpPr>
          <p:cNvPr id="9" name="Oval 8">
            <a:extLst>
              <a:ext uri="{FF2B5EF4-FFF2-40B4-BE49-F238E27FC236}">
                <a16:creationId xmlns:a16="http://schemas.microsoft.com/office/drawing/2014/main" id="{8E984AB7-EF75-44A4-AB87-B372E5B32EB0}"/>
              </a:ext>
            </a:extLst>
          </p:cNvPr>
          <p:cNvSpPr/>
          <p:nvPr/>
        </p:nvSpPr>
        <p:spPr>
          <a:xfrm>
            <a:off x="4337305" y="4237388"/>
            <a:ext cx="216024" cy="216024"/>
          </a:xfrm>
          <a:prstGeom prst="ellipse">
            <a:avLst/>
          </a:prstGeom>
          <a:solidFill>
            <a:srgbClr val="94C46F"/>
          </a:solidFill>
          <a:ln>
            <a:solidFill>
              <a:srgbClr val="94C46F"/>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sz="1400" dirty="0"/>
              <a:t>4</a:t>
            </a:r>
            <a:endParaRPr lang="en-US" dirty="0"/>
          </a:p>
        </p:txBody>
      </p:sp>
      <p:sp>
        <p:nvSpPr>
          <p:cNvPr id="9" name="Oval 8">
            <a:extLst>
              <a:ext uri="{FF2B5EF4-FFF2-40B4-BE49-F238E27FC236}">
                <a16:creationId xmlns:a16="http://schemas.microsoft.com/office/drawing/2014/main" id="{8E984AB7-EF75-44A4-AB87-B372E5B32EB0}"/>
              </a:ext>
            </a:extLst>
          </p:cNvPr>
          <p:cNvSpPr/>
          <p:nvPr/>
        </p:nvSpPr>
        <p:spPr>
          <a:xfrm>
            <a:off x="5185602" y="4463988"/>
            <a:ext cx="216024" cy="216024"/>
          </a:xfrm>
          <a:prstGeom prst="ellipse">
            <a:avLst/>
          </a:prstGeom>
          <a:solidFill>
            <a:srgbClr val="94C46F"/>
          </a:solidFill>
          <a:ln>
            <a:solidFill>
              <a:srgbClr val="94C46F"/>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sz="1400" dirty="0"/>
              <a:t>5</a:t>
            </a:r>
            <a:endParaRPr lang="en-US" dirty="0"/>
          </a:p>
        </p:txBody>
      </p:sp>
      <p:graphicFrame>
        <p:nvGraphicFramePr>
          <p:cNvPr id="4" name="Table 3">
            <a:extLst>
              <a:ext uri="{FF2B5EF4-FFF2-40B4-BE49-F238E27FC236}">
                <a16:creationId xmlns:a16="http://schemas.microsoft.com/office/drawing/2014/main" id="{ECD141EA-C744-4381-9930-2699EC03EE67}"/>
              </a:ext>
            </a:extLst>
          </p:cNvPr>
          <p:cNvGraphicFramePr>
            <a:graphicFrameLocks noGrp="1"/>
          </p:cNvGraphicFramePr>
          <p:nvPr>
            <p:extLst>
              <p:ext uri="{D42A27DB-BD31-4B8C-83A1-F6EECF244321}">
                <p14:modId xmlns:p14="http://schemas.microsoft.com/office/powerpoint/2010/main" val="1663403640"/>
              </p:ext>
            </p:extLst>
          </p:nvPr>
        </p:nvGraphicFramePr>
        <p:xfrm>
          <a:off x="6035040" y="1783080"/>
          <a:ext cx="2788920" cy="2068890"/>
        </p:xfrm>
        <a:graphic>
          <a:graphicData uri="http://schemas.openxmlformats.org/drawingml/2006/table">
            <a:tbl>
              <a:tblPr firstRow="1" bandRow="1">
                <a:tableStyleId>{5C22544A-7EE6-4342-B048-85BDC9FD1C3A}</a:tableStyleId>
              </a:tblPr>
              <a:tblGrid>
                <a:gridCol w="411480">
                  <a:extLst>
                    <a:ext uri="{9D8B030D-6E8A-4147-A177-3AD203B41FA5}">
                      <a16:colId xmlns:a16="http://schemas.microsoft.com/office/drawing/2014/main" val="78765453"/>
                    </a:ext>
                  </a:extLst>
                </a:gridCol>
                <a:gridCol w="2377440">
                  <a:extLst>
                    <a:ext uri="{9D8B030D-6E8A-4147-A177-3AD203B41FA5}">
                      <a16:colId xmlns:a16="http://schemas.microsoft.com/office/drawing/2014/main" val="3768374184"/>
                    </a:ext>
                  </a:extLst>
                </a:gridCol>
              </a:tblGrid>
              <a:tr h="240965">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900" b="1">
                          <a:solidFill>
                            <a:srgbClr val="FFFFFF"/>
                          </a:solidFill>
                          <a:latin typeface="Arial"/>
                        </a:rPr>
                        <a:t>No.</a:t>
                      </a:r>
                    </a:p>
                  </a:txBody>
                  <a:tcPr/>
                </a:tc>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900" b="1">
                          <a:solidFill>
                            <a:srgbClr val="FFFFFF"/>
                          </a:solidFill>
                          <a:latin typeface="Arial"/>
                        </a:rPr>
                        <a:t>Description</a:t>
                      </a:r>
                    </a:p>
                  </a:txBody>
                  <a:tcPr/>
                </a:tc>
                <a:extLst>
                  <a:ext uri="{0D108BD9-81ED-4DB2-BD59-A6C34878D82A}">
                    <a16:rowId xmlns:a16="http://schemas.microsoft.com/office/drawing/2014/main" val="1433768151"/>
                  </a:ext>
                </a:extLst>
              </a:tr>
              <a:tr h="368534">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850" b="0">
                          <a:solidFill>
                            <a:srgbClr val="262626"/>
                          </a:solidFill>
                          <a:latin typeface="Arial"/>
                        </a:rPr>
                        <a:t>1</a:t>
                      </a:r>
                    </a:p>
                  </a:txBody>
                  <a:tcPr/>
                </a:tc>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850" b="0">
                          <a:solidFill>
                            <a:srgbClr val="262626"/>
                          </a:solidFill>
                          <a:latin typeface="Arial"/>
                        </a:rPr>
                        <a:t>Type of list: Xtream Codes or M3U list (M3U asks for the list URL).</a:t>
                      </a:r>
                    </a:p>
                  </a:txBody>
                  <a:tcPr/>
                </a:tc>
                <a:extLst>
                  <a:ext uri="{0D108BD9-81ED-4DB2-BD59-A6C34878D82A}">
                    <a16:rowId xmlns:a16="http://schemas.microsoft.com/office/drawing/2014/main" val="3432369760"/>
                  </a:ext>
                </a:extLst>
              </a:tr>
              <a:tr h="226790">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850" b="0">
                          <a:solidFill>
                            <a:srgbClr val="262626"/>
                          </a:solidFill>
                          <a:latin typeface="Arial"/>
                        </a:rPr>
                        <a:t>2</a:t>
                      </a:r>
                    </a:p>
                  </a:txBody>
                  <a:tcPr/>
                </a:tc>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850" b="0">
                          <a:solidFill>
                            <a:srgbClr val="262626"/>
                          </a:solidFill>
                          <a:latin typeface="Arial"/>
                        </a:rPr>
                        <a:t>Playlist fields. OK on a field opens the on-screen keyboard.</a:t>
                      </a:r>
                    </a:p>
                  </a:txBody>
                  <a:tcPr/>
                </a:tc>
                <a:extLst>
                  <a:ext uri="{0D108BD9-81ED-4DB2-BD59-A6C34878D82A}">
                    <a16:rowId xmlns:a16="http://schemas.microsoft.com/office/drawing/2014/main" val="1328630216"/>
                  </a:ext>
                </a:extLst>
              </a:tr>
              <a:tr h="226790">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850" b="0">
                          <a:solidFill>
                            <a:srgbClr val="262626"/>
                          </a:solidFill>
                          <a:latin typeface="Arial"/>
                        </a:rPr>
                        <a:t>3</a:t>
                      </a:r>
                    </a:p>
                  </a:txBody>
                  <a:tcPr/>
                </a:tc>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marL="0" marR="0" lvl="0" indent="0" algn="l" defTabSz="914400" rtl="0" eaLnBrk="1" fontAlgn="b" latinLnBrk="0" hangingPunct="1">
                        <a:lnSpc>
                          <a:spcPct val="100000"/>
                        </a:lnSpc>
                        <a:spcBef>
                          <a:spcPts val="0"/>
                        </a:spcBef>
                        <a:spcAft>
                          <a:spcPts val="0"/>
                        </a:spcAft>
                        <a:buClrTx/>
                        <a:buSzTx/>
                        <a:buFontTx/>
                        <a:buNone/>
                        <a:tabLst/>
                        <a:defRPr/>
                      </a:pPr>
                      <a:r>
                        <a:rPr sz="850" b="0">
                          <a:solidFill>
                            <a:srgbClr val="262626"/>
                          </a:solidFill>
                          <a:latin typeface="Arial"/>
                        </a:rPr>
                        <a:t>"Hide data": masks or shows the typed values.</a:t>
                      </a:r>
                    </a:p>
                  </a:txBody>
                  <a:tcPr/>
                </a:tc>
                <a:extLst>
                  <a:ext uri="{0D108BD9-81ED-4DB2-BD59-A6C34878D82A}">
                    <a16:rowId xmlns:a16="http://schemas.microsoft.com/office/drawing/2014/main" val="3379408515"/>
                  </a:ext>
                </a:extLst>
              </a:tr>
              <a:tr h="226790">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850" b="0">
                          <a:solidFill>
                            <a:srgbClr val="262626"/>
                          </a:solidFill>
                          <a:latin typeface="Arial"/>
                        </a:rPr>
                        <a:t>4</a:t>
                      </a:r>
                    </a:p>
                  </a:txBody>
                  <a:tcPr/>
                </a:tc>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850" b="0">
                          <a:solidFill>
                            <a:srgbClr val="262626"/>
                          </a:solidFill>
                          <a:latin typeface="Arial"/>
                        </a:rPr>
                        <a:t>"Back": returns without saving.</a:t>
                      </a:r>
                    </a:p>
                  </a:txBody>
                  <a:tcPr/>
                </a:tc>
                <a:extLst>
                  <a:ext uri="{0D108BD9-81ED-4DB2-BD59-A6C34878D82A}">
                    <a16:rowId xmlns:a16="http://schemas.microsoft.com/office/drawing/2014/main" val="3928309716"/>
                  </a:ext>
                </a:extLst>
              </a:tr>
              <a:tr h="368534">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850" b="0">
                          <a:solidFill>
                            <a:srgbClr val="262626"/>
                          </a:solidFill>
                          <a:latin typeface="Arial"/>
                        </a:rPr>
                        <a:t>5</a:t>
                      </a:r>
                    </a:p>
                  </a:txBody>
                  <a:tcPr/>
                </a:tc>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850" b="0">
                          <a:solidFill>
                            <a:srgbClr val="262626"/>
                          </a:solidFill>
                          <a:latin typeface="Arial"/>
                        </a:rPr>
                        <a:t>"Connect and sync": checks the list and imports it on the TV.</a:t>
                      </a:r>
                    </a:p>
                  </a:txBody>
                  <a:tcPr/>
                </a:tc>
                <a:extLst>
                  <a:ext uri="{0D108BD9-81ED-4DB2-BD59-A6C34878D82A}">
                    <a16:rowId xmlns:a16="http://schemas.microsoft.com/office/drawing/2014/main" val="2037391808"/>
                  </a:ext>
                </a:extLst>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Menus and Functions</a:t>
            </a:r>
          </a:p>
        </p:txBody>
      </p:sp>
      <p:sp>
        <p:nvSpPr>
          <p:cNvPr id="3" name="Slide Number Placeholder 2"/>
          <p:cNvSpPr>
            <a:spLocks noGrp="1"/>
          </p:cNvSpPr>
          <p:nvPr>
            <p:ph type="sldNum" sz="quarter" idx="4"/>
          </p:nvPr>
        </p:nvSpPr>
        <p:spPr/>
        <p:txBody>
          <a:bodyPr/>
          <a:lstStyle/>
          <a:p>
            <a:fld id="{42AF35AD-09C2-4EBD-8934-72FD947EF48F}" type="slidenum">
              <a:rPr lang="pl-PL" smtClean="0"/>
              <a:pPr/>
              <a:t>16</a:t>
            </a:fld>
            <a:endParaRPr lang="pl-PL" dirty="0"/>
          </a:p>
        </p:txBody>
      </p:sp>
      <p:sp>
        <p:nvSpPr>
          <p:cNvPr id="7" name="제목 1"/>
          <p:cNvSpPr txBox="1">
            <a:spLocks/>
          </p:cNvSpPr>
          <p:nvPr/>
        </p:nvSpPr>
        <p:spPr>
          <a:xfrm>
            <a:off x="2123728" y="980728"/>
            <a:ext cx="6563072" cy="615603"/>
          </a:xfrm>
          <a:prstGeom prst="rect">
            <a:avLst/>
          </a:prstGeom>
        </p:spPr>
        <p:txBody>
          <a:bodyPr vert="horz" lIns="91440" tIns="45720" rIns="91440" bIns="45720" rtlCol="0" anchor="ctr">
            <a:noAutofit/>
          </a:bodyPr>
          <a:lstStyle>
            <a:lvl1pPr algn="r" rtl="0" eaLnBrk="1" latinLnBrk="1" hangingPunct="1">
              <a:spcBef>
                <a:spcPct val="0"/>
              </a:spcBef>
              <a:buNone/>
              <a:defRPr kumimoji="0" sz="2800" b="0" kern="1200">
                <a:ln>
                  <a:noFill/>
                </a:ln>
                <a:solidFill>
                  <a:srgbClr val="374971"/>
                </a:solidFill>
                <a:effectLst/>
                <a:latin typeface="+mj-lt"/>
                <a:ea typeface="+mj-ea"/>
                <a:cs typeface="+mj-cs"/>
              </a:defRPr>
            </a:lvl1pPr>
          </a:lstStyle>
          <a:p>
            <a:pPr latinLnBrk="0" eaLnBrk="1"/>
            <a:r>
              <a:rPr>
                <a:solidFill>
                  <a:srgbClr val="34497A"/>
                </a:solidFill>
              </a:rPr>
              <a:t>Home</a:t>
            </a:r>
          </a:p>
        </p:txBody>
      </p:sp>
      <p:pic>
        <p:nvPicPr>
          <p:cNvPr id="8" name="Picture 7" descr="ui_05_home.jpg"/>
          <p:cNvPicPr>
            <a:picLocks noChangeAspect="1"/>
          </p:cNvPicPr>
          <p:nvPr/>
        </p:nvPicPr>
        <p:blipFill>
          <a:blip r:embed="rId2"/>
          <a:stretch>
            <a:fillRect/>
          </a:stretch>
        </p:blipFill>
        <p:spPr>
          <a:xfrm>
            <a:off x="320040" y="1783080"/>
            <a:ext cx="5577840" cy="3137535"/>
          </a:xfrm>
          <a:prstGeom prst="rect">
            <a:avLst/>
          </a:prstGeom>
        </p:spPr>
      </p:pic>
      <p:sp>
        <p:nvSpPr>
          <p:cNvPr id="9" name="Oval 8">
            <a:extLst>
              <a:ext uri="{FF2B5EF4-FFF2-40B4-BE49-F238E27FC236}">
                <a16:creationId xmlns:a16="http://schemas.microsoft.com/office/drawing/2014/main" id="{8E984AB7-EF75-44A4-AB87-B372E5B32EB0}"/>
              </a:ext>
            </a:extLst>
          </p:cNvPr>
          <p:cNvSpPr/>
          <p:nvPr/>
        </p:nvSpPr>
        <p:spPr>
          <a:xfrm>
            <a:off x="3117153" y="1881331"/>
            <a:ext cx="216024" cy="216024"/>
          </a:xfrm>
          <a:prstGeom prst="ellipse">
            <a:avLst/>
          </a:prstGeom>
          <a:solidFill>
            <a:srgbClr val="94C46F"/>
          </a:solidFill>
          <a:ln>
            <a:solidFill>
              <a:srgbClr val="94C46F"/>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sz="1400" dirty="0"/>
              <a:t>1</a:t>
            </a:r>
            <a:endParaRPr lang="en-US" dirty="0"/>
          </a:p>
        </p:txBody>
      </p:sp>
      <p:sp>
        <p:nvSpPr>
          <p:cNvPr id="9" name="Oval 8">
            <a:extLst>
              <a:ext uri="{FF2B5EF4-FFF2-40B4-BE49-F238E27FC236}">
                <a16:creationId xmlns:a16="http://schemas.microsoft.com/office/drawing/2014/main" id="{8E984AB7-EF75-44A4-AB87-B372E5B32EB0}"/>
              </a:ext>
            </a:extLst>
          </p:cNvPr>
          <p:cNvSpPr/>
          <p:nvPr/>
        </p:nvSpPr>
        <p:spPr>
          <a:xfrm>
            <a:off x="4816651" y="2046923"/>
            <a:ext cx="216024" cy="216024"/>
          </a:xfrm>
          <a:prstGeom prst="ellipse">
            <a:avLst/>
          </a:prstGeom>
          <a:solidFill>
            <a:srgbClr val="94C46F"/>
          </a:solidFill>
          <a:ln>
            <a:solidFill>
              <a:srgbClr val="94C46F"/>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sz="1400" dirty="0"/>
              <a:t>2</a:t>
            </a:r>
            <a:endParaRPr lang="en-US" dirty="0"/>
          </a:p>
        </p:txBody>
      </p:sp>
      <p:sp>
        <p:nvSpPr>
          <p:cNvPr id="9" name="Oval 8">
            <a:extLst>
              <a:ext uri="{FF2B5EF4-FFF2-40B4-BE49-F238E27FC236}">
                <a16:creationId xmlns:a16="http://schemas.microsoft.com/office/drawing/2014/main" id="{8E984AB7-EF75-44A4-AB87-B372E5B32EB0}"/>
              </a:ext>
            </a:extLst>
          </p:cNvPr>
          <p:cNvSpPr/>
          <p:nvPr/>
        </p:nvSpPr>
        <p:spPr>
          <a:xfrm>
            <a:off x="5246609" y="2046923"/>
            <a:ext cx="216024" cy="216024"/>
          </a:xfrm>
          <a:prstGeom prst="ellipse">
            <a:avLst/>
          </a:prstGeom>
          <a:solidFill>
            <a:srgbClr val="94C46F"/>
          </a:solidFill>
          <a:ln>
            <a:solidFill>
              <a:srgbClr val="94C46F"/>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sz="1400" dirty="0"/>
              <a:t>3</a:t>
            </a:r>
            <a:endParaRPr lang="en-US" dirty="0"/>
          </a:p>
        </p:txBody>
      </p:sp>
      <p:sp>
        <p:nvSpPr>
          <p:cNvPr id="9" name="Oval 8">
            <a:extLst>
              <a:ext uri="{FF2B5EF4-FFF2-40B4-BE49-F238E27FC236}">
                <a16:creationId xmlns:a16="http://schemas.microsoft.com/office/drawing/2014/main" id="{8E984AB7-EF75-44A4-AB87-B372E5B32EB0}"/>
              </a:ext>
            </a:extLst>
          </p:cNvPr>
          <p:cNvSpPr/>
          <p:nvPr/>
        </p:nvSpPr>
        <p:spPr>
          <a:xfrm>
            <a:off x="1185244" y="2090500"/>
            <a:ext cx="216024" cy="216024"/>
          </a:xfrm>
          <a:prstGeom prst="ellipse">
            <a:avLst/>
          </a:prstGeom>
          <a:solidFill>
            <a:srgbClr val="94C46F"/>
          </a:solidFill>
          <a:ln>
            <a:solidFill>
              <a:srgbClr val="94C46F"/>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sz="1400" dirty="0"/>
              <a:t>4</a:t>
            </a:r>
            <a:endParaRPr lang="en-US" dirty="0"/>
          </a:p>
        </p:txBody>
      </p:sp>
      <p:sp>
        <p:nvSpPr>
          <p:cNvPr id="9" name="Oval 8">
            <a:extLst>
              <a:ext uri="{FF2B5EF4-FFF2-40B4-BE49-F238E27FC236}">
                <a16:creationId xmlns:a16="http://schemas.microsoft.com/office/drawing/2014/main" id="{8E984AB7-EF75-44A4-AB87-B372E5B32EB0}"/>
              </a:ext>
            </a:extLst>
          </p:cNvPr>
          <p:cNvSpPr/>
          <p:nvPr/>
        </p:nvSpPr>
        <p:spPr>
          <a:xfrm>
            <a:off x="1998679" y="3807429"/>
            <a:ext cx="216024" cy="216024"/>
          </a:xfrm>
          <a:prstGeom prst="ellipse">
            <a:avLst/>
          </a:prstGeom>
          <a:solidFill>
            <a:srgbClr val="94C46F"/>
          </a:solidFill>
          <a:ln>
            <a:solidFill>
              <a:srgbClr val="94C46F"/>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sz="1400" dirty="0"/>
              <a:t>5</a:t>
            </a:r>
            <a:endParaRPr lang="en-US" dirty="0"/>
          </a:p>
        </p:txBody>
      </p:sp>
      <p:sp>
        <p:nvSpPr>
          <p:cNvPr id="9" name="Oval 8">
            <a:extLst>
              <a:ext uri="{FF2B5EF4-FFF2-40B4-BE49-F238E27FC236}">
                <a16:creationId xmlns:a16="http://schemas.microsoft.com/office/drawing/2014/main" id="{8E984AB7-EF75-44A4-AB87-B372E5B32EB0}"/>
              </a:ext>
            </a:extLst>
          </p:cNvPr>
          <p:cNvSpPr/>
          <p:nvPr/>
        </p:nvSpPr>
        <p:spPr>
          <a:xfrm>
            <a:off x="1156193" y="4048555"/>
            <a:ext cx="216024" cy="216024"/>
          </a:xfrm>
          <a:prstGeom prst="ellipse">
            <a:avLst/>
          </a:prstGeom>
          <a:solidFill>
            <a:srgbClr val="94C46F"/>
          </a:solidFill>
          <a:ln>
            <a:solidFill>
              <a:srgbClr val="94C46F"/>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sz="1400" dirty="0"/>
              <a:t>6</a:t>
            </a:r>
            <a:endParaRPr lang="en-US" dirty="0"/>
          </a:p>
        </p:txBody>
      </p:sp>
      <p:sp>
        <p:nvSpPr>
          <p:cNvPr id="9" name="Oval 8">
            <a:extLst>
              <a:ext uri="{FF2B5EF4-FFF2-40B4-BE49-F238E27FC236}">
                <a16:creationId xmlns:a16="http://schemas.microsoft.com/office/drawing/2014/main" id="{8E984AB7-EF75-44A4-AB87-B372E5B32EB0}"/>
              </a:ext>
            </a:extLst>
          </p:cNvPr>
          <p:cNvSpPr/>
          <p:nvPr/>
        </p:nvSpPr>
        <p:spPr>
          <a:xfrm>
            <a:off x="1374077" y="4655726"/>
            <a:ext cx="216024" cy="216024"/>
          </a:xfrm>
          <a:prstGeom prst="ellipse">
            <a:avLst/>
          </a:prstGeom>
          <a:solidFill>
            <a:srgbClr val="94C46F"/>
          </a:solidFill>
          <a:ln>
            <a:solidFill>
              <a:srgbClr val="94C46F"/>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sz="1400" dirty="0"/>
              <a:t>7</a:t>
            </a:r>
            <a:endParaRPr lang="en-US" dirty="0"/>
          </a:p>
        </p:txBody>
      </p:sp>
      <p:graphicFrame>
        <p:nvGraphicFramePr>
          <p:cNvPr id="4" name="Table 3">
            <a:extLst>
              <a:ext uri="{FF2B5EF4-FFF2-40B4-BE49-F238E27FC236}">
                <a16:creationId xmlns:a16="http://schemas.microsoft.com/office/drawing/2014/main" id="{ECD141EA-C744-4381-9930-2699EC03EE67}"/>
              </a:ext>
            </a:extLst>
          </p:cNvPr>
          <p:cNvGraphicFramePr>
            <a:graphicFrameLocks noGrp="1"/>
          </p:cNvGraphicFramePr>
          <p:nvPr>
            <p:extLst>
              <p:ext uri="{D42A27DB-BD31-4B8C-83A1-F6EECF244321}">
                <p14:modId xmlns:p14="http://schemas.microsoft.com/office/powerpoint/2010/main" val="1663403640"/>
              </p:ext>
            </p:extLst>
          </p:nvPr>
        </p:nvGraphicFramePr>
        <p:xfrm>
          <a:off x="6035040" y="1783080"/>
          <a:ext cx="2788920" cy="2068890"/>
        </p:xfrm>
        <a:graphic>
          <a:graphicData uri="http://schemas.openxmlformats.org/drawingml/2006/table">
            <a:tbl>
              <a:tblPr firstRow="1" bandRow="1">
                <a:tableStyleId>{5C22544A-7EE6-4342-B048-85BDC9FD1C3A}</a:tableStyleId>
              </a:tblPr>
              <a:tblGrid>
                <a:gridCol w="411480">
                  <a:extLst>
                    <a:ext uri="{9D8B030D-6E8A-4147-A177-3AD203B41FA5}">
                      <a16:colId xmlns:a16="http://schemas.microsoft.com/office/drawing/2014/main" val="78765453"/>
                    </a:ext>
                  </a:extLst>
                </a:gridCol>
                <a:gridCol w="2377440">
                  <a:extLst>
                    <a:ext uri="{9D8B030D-6E8A-4147-A177-3AD203B41FA5}">
                      <a16:colId xmlns:a16="http://schemas.microsoft.com/office/drawing/2014/main" val="3768374184"/>
                    </a:ext>
                  </a:extLst>
                </a:gridCol>
              </a:tblGrid>
              <a:tr h="240965">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900" b="1">
                          <a:solidFill>
                            <a:srgbClr val="FFFFFF"/>
                          </a:solidFill>
                          <a:latin typeface="Arial"/>
                        </a:rPr>
                        <a:t>No.</a:t>
                      </a:r>
                    </a:p>
                  </a:txBody>
                  <a:tcPr/>
                </a:tc>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900" b="1">
                          <a:solidFill>
                            <a:srgbClr val="FFFFFF"/>
                          </a:solidFill>
                          <a:latin typeface="Arial"/>
                        </a:rPr>
                        <a:t>Description</a:t>
                      </a:r>
                    </a:p>
                  </a:txBody>
                  <a:tcPr/>
                </a:tc>
                <a:extLst>
                  <a:ext uri="{0D108BD9-81ED-4DB2-BD59-A6C34878D82A}">
                    <a16:rowId xmlns:a16="http://schemas.microsoft.com/office/drawing/2014/main" val="1433768151"/>
                  </a:ext>
                </a:extLst>
              </a:tr>
              <a:tr h="368534">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850" b="0">
                          <a:solidFill>
                            <a:srgbClr val="262626"/>
                          </a:solidFill>
                          <a:latin typeface="Arial"/>
                        </a:rPr>
                        <a:t>1</a:t>
                      </a:r>
                    </a:p>
                  </a:txBody>
                  <a:tcPr/>
                </a:tc>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850" b="0">
                          <a:solidFill>
                            <a:srgbClr val="262626"/>
                          </a:solidFill>
                          <a:latin typeface="Arial"/>
                        </a:rPr>
                        <a:t>Top bar: Home, Live TV, Movies, Series and Radio.</a:t>
                      </a:r>
                    </a:p>
                  </a:txBody>
                  <a:tcPr/>
                </a:tc>
                <a:extLst>
                  <a:ext uri="{0D108BD9-81ED-4DB2-BD59-A6C34878D82A}">
                    <a16:rowId xmlns:a16="http://schemas.microsoft.com/office/drawing/2014/main" val="3432369760"/>
                  </a:ext>
                </a:extLst>
              </a:tr>
              <a:tr h="226790">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850" b="0">
                          <a:solidFill>
                            <a:srgbClr val="262626"/>
                          </a:solidFill>
                          <a:latin typeface="Arial"/>
                        </a:rPr>
                        <a:t>2</a:t>
                      </a:r>
                    </a:p>
                  </a:txBody>
                  <a:tcPr/>
                </a:tc>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850" b="0">
                          <a:solidFill>
                            <a:srgbClr val="262626"/>
                          </a:solidFill>
                          <a:latin typeface="Arial"/>
                        </a:rPr>
                        <a:t>Active list: OK returns to the list selection.</a:t>
                      </a:r>
                    </a:p>
                  </a:txBody>
                  <a:tcPr/>
                </a:tc>
                <a:extLst>
                  <a:ext uri="{0D108BD9-81ED-4DB2-BD59-A6C34878D82A}">
                    <a16:rowId xmlns:a16="http://schemas.microsoft.com/office/drawing/2014/main" val="1328630216"/>
                  </a:ext>
                </a:extLst>
              </a:tr>
              <a:tr h="226790">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850" b="0">
                          <a:solidFill>
                            <a:srgbClr val="262626"/>
                          </a:solidFill>
                          <a:latin typeface="Arial"/>
                        </a:rPr>
                        <a:t>3</a:t>
                      </a:r>
                    </a:p>
                  </a:txBody>
                  <a:tcPr/>
                </a:tc>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marL="0" marR="0" lvl="0" indent="0" algn="l" defTabSz="914400" rtl="0" eaLnBrk="1" fontAlgn="b" latinLnBrk="0" hangingPunct="1">
                        <a:lnSpc>
                          <a:spcPct val="100000"/>
                        </a:lnSpc>
                        <a:spcBef>
                          <a:spcPts val="0"/>
                        </a:spcBef>
                        <a:spcAft>
                          <a:spcPts val="0"/>
                        </a:spcAft>
                        <a:buClrTx/>
                        <a:buSzTx/>
                        <a:buFontTx/>
                        <a:buNone/>
                        <a:tabLst/>
                        <a:defRPr/>
                      </a:pPr>
                      <a:r>
                        <a:rPr sz="850" b="0">
                          <a:solidFill>
                            <a:srgbClr val="262626"/>
                          </a:solidFill>
                          <a:latin typeface="Arial"/>
                        </a:rPr>
                        <a:t>Settings.</a:t>
                      </a:r>
                    </a:p>
                  </a:txBody>
                  <a:tcPr/>
                </a:tc>
                <a:extLst>
                  <a:ext uri="{0D108BD9-81ED-4DB2-BD59-A6C34878D82A}">
                    <a16:rowId xmlns:a16="http://schemas.microsoft.com/office/drawing/2014/main" val="3379408515"/>
                  </a:ext>
                </a:extLst>
              </a:tr>
              <a:tr h="226790">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850" b="0">
                          <a:solidFill>
                            <a:srgbClr val="262626"/>
                          </a:solidFill>
                          <a:latin typeface="Arial"/>
                        </a:rPr>
                        <a:t>4</a:t>
                      </a:r>
                    </a:p>
                  </a:txBody>
                  <a:tcPr/>
                </a:tc>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850" b="0">
                          <a:solidFill>
                            <a:srgbClr val="262626"/>
                          </a:solidFill>
                          <a:latin typeface="Arial"/>
                        </a:rPr>
                        <a:t>Catalog status (last update of the list).</a:t>
                      </a:r>
                    </a:p>
                  </a:txBody>
                  <a:tcPr/>
                </a:tc>
                <a:extLst>
                  <a:ext uri="{0D108BD9-81ED-4DB2-BD59-A6C34878D82A}">
                    <a16:rowId xmlns:a16="http://schemas.microsoft.com/office/drawing/2014/main" val="3928309716"/>
                  </a:ext>
                </a:extLst>
              </a:tr>
              <a:tr h="368534">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850" b="0">
                          <a:solidFill>
                            <a:srgbClr val="262626"/>
                          </a:solidFill>
                          <a:latin typeface="Arial"/>
                        </a:rPr>
                        <a:t>5</a:t>
                      </a:r>
                    </a:p>
                  </a:txBody>
                  <a:tcPr/>
                </a:tc>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850" b="0">
                          <a:solidFill>
                            <a:srgbClr val="262626"/>
                          </a:solidFill>
                          <a:latin typeface="Arial"/>
                        </a:rPr>
                        <a:t>Shortcuts to Live TV and Movies.</a:t>
                      </a:r>
                    </a:p>
                  </a:txBody>
                  <a:tcPr/>
                </a:tc>
                <a:extLst>
                  <a:ext uri="{0D108BD9-81ED-4DB2-BD59-A6C34878D82A}">
                    <a16:rowId xmlns:a16="http://schemas.microsoft.com/office/drawing/2014/main" val="2037391808"/>
                  </a:ext>
                </a:extLst>
              </a:tr>
              <a:tr h="285810">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850" b="0">
                          <a:solidFill>
                            <a:srgbClr val="262626"/>
                          </a:solidFill>
                          <a:latin typeface="Arial"/>
                        </a:rPr>
                        <a:t>6</a:t>
                      </a:r>
                    </a:p>
                  </a:txBody>
                  <a:tcPr/>
                </a:tc>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850" b="0">
                          <a:solidFill>
                            <a:srgbClr val="262626"/>
                          </a:solidFill>
                          <a:latin typeface="Arial"/>
                        </a:rPr>
                        <a:t>Rows: Continue watching, My List, Favorite channels, Movies added, Series added.</a:t>
                      </a:r>
                    </a:p>
                  </a:txBody>
                  <a:tcPr/>
                </a:tc>
                <a:extLst>
                  <a:ext uri="{0D108BD9-81ED-4DB2-BD59-A6C34878D82A}">
                    <a16:rowId xmlns:a16="http://schemas.microsoft.com/office/drawing/2014/main" val="3419888650"/>
                  </a:ext>
                </a:extLst>
              </a:tr>
              <a:tr h="368534">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850" b="0">
                          <a:solidFill>
                            <a:srgbClr val="262626"/>
                          </a:solidFill>
                          <a:latin typeface="Arial"/>
                        </a:rPr>
                        <a:t>7</a:t>
                      </a:r>
                    </a:p>
                  </a:txBody>
                  <a:tcPr/>
                </a:tc>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850" b="0">
                          <a:solidFill>
                            <a:srgbClr val="262626"/>
                          </a:solidFill>
                          <a:latin typeface="Arial"/>
                        </a:rPr>
                        <a:t>Key guide of the current screen.</a:t>
                      </a:r>
                    </a:p>
                  </a:txBody>
                  <a:tcPr/>
                </a:tc>
                <a:extLst>
                  <a:ext uri="{0D108BD9-81ED-4DB2-BD59-A6C34878D82A}">
                    <a16:rowId xmlns:a16="http://schemas.microsoft.com/office/drawing/2014/main" val="3432369760"/>
                  </a:ext>
                </a:extLst>
              </a:tr>
            </a:tbl>
          </a:graphicData>
        </a:graphic>
      </p:graphicFrame>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Menus and Functions</a:t>
            </a:r>
          </a:p>
        </p:txBody>
      </p:sp>
      <p:sp>
        <p:nvSpPr>
          <p:cNvPr id="3" name="Slide Number Placeholder 2"/>
          <p:cNvSpPr>
            <a:spLocks noGrp="1"/>
          </p:cNvSpPr>
          <p:nvPr>
            <p:ph type="sldNum" sz="quarter" idx="4"/>
          </p:nvPr>
        </p:nvSpPr>
        <p:spPr/>
        <p:txBody>
          <a:bodyPr/>
          <a:lstStyle/>
          <a:p>
            <a:fld id="{42AF35AD-09C2-4EBD-8934-72FD947EF48F}" type="slidenum">
              <a:rPr lang="pl-PL" smtClean="0"/>
              <a:pPr/>
              <a:t>16</a:t>
            </a:fld>
            <a:endParaRPr lang="pl-PL" dirty="0"/>
          </a:p>
        </p:txBody>
      </p:sp>
      <p:sp>
        <p:nvSpPr>
          <p:cNvPr id="7" name="제목 1"/>
          <p:cNvSpPr txBox="1">
            <a:spLocks/>
          </p:cNvSpPr>
          <p:nvPr/>
        </p:nvSpPr>
        <p:spPr>
          <a:xfrm>
            <a:off x="2123728" y="980728"/>
            <a:ext cx="6563072" cy="615603"/>
          </a:xfrm>
          <a:prstGeom prst="rect">
            <a:avLst/>
          </a:prstGeom>
        </p:spPr>
        <p:txBody>
          <a:bodyPr vert="horz" lIns="91440" tIns="45720" rIns="91440" bIns="45720" rtlCol="0" anchor="ctr">
            <a:noAutofit/>
          </a:bodyPr>
          <a:lstStyle>
            <a:lvl1pPr algn="r" rtl="0" eaLnBrk="1" latinLnBrk="1" hangingPunct="1">
              <a:spcBef>
                <a:spcPct val="0"/>
              </a:spcBef>
              <a:buNone/>
              <a:defRPr kumimoji="0" sz="2800" b="0" kern="1200">
                <a:ln>
                  <a:noFill/>
                </a:ln>
                <a:solidFill>
                  <a:srgbClr val="374971"/>
                </a:solidFill>
                <a:effectLst/>
                <a:latin typeface="+mj-lt"/>
                <a:ea typeface="+mj-ea"/>
                <a:cs typeface="+mj-cs"/>
              </a:defRPr>
            </a:lvl1pPr>
          </a:lstStyle>
          <a:p>
            <a:pPr latinLnBrk="0" eaLnBrk="1"/>
            <a:r>
              <a:rPr>
                <a:solidFill>
                  <a:srgbClr val="34497A"/>
                </a:solidFill>
              </a:rPr>
              <a:t>Live TV</a:t>
            </a:r>
          </a:p>
        </p:txBody>
      </p:sp>
      <p:pic>
        <p:nvPicPr>
          <p:cNvPr id="8" name="Picture 7" descr="ui_06_live.jpg"/>
          <p:cNvPicPr>
            <a:picLocks noChangeAspect="1"/>
          </p:cNvPicPr>
          <p:nvPr/>
        </p:nvPicPr>
        <p:blipFill>
          <a:blip r:embed="rId2"/>
          <a:stretch>
            <a:fillRect/>
          </a:stretch>
        </p:blipFill>
        <p:spPr>
          <a:xfrm>
            <a:off x="320040" y="1783080"/>
            <a:ext cx="5577840" cy="3137535"/>
          </a:xfrm>
          <a:prstGeom prst="rect">
            <a:avLst/>
          </a:prstGeom>
        </p:spPr>
      </p:pic>
      <p:sp>
        <p:nvSpPr>
          <p:cNvPr id="9" name="Oval 8">
            <a:extLst>
              <a:ext uri="{FF2B5EF4-FFF2-40B4-BE49-F238E27FC236}">
                <a16:creationId xmlns:a16="http://schemas.microsoft.com/office/drawing/2014/main" id="{8E984AB7-EF75-44A4-AB87-B372E5B32EB0}"/>
              </a:ext>
            </a:extLst>
          </p:cNvPr>
          <p:cNvSpPr/>
          <p:nvPr/>
        </p:nvSpPr>
        <p:spPr>
          <a:xfrm>
            <a:off x="851155" y="1942339"/>
            <a:ext cx="216024" cy="216024"/>
          </a:xfrm>
          <a:prstGeom prst="ellipse">
            <a:avLst/>
          </a:prstGeom>
          <a:solidFill>
            <a:srgbClr val="94C46F"/>
          </a:solidFill>
          <a:ln>
            <a:solidFill>
              <a:srgbClr val="94C46F"/>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sz="1400" dirty="0"/>
              <a:t>1</a:t>
            </a:r>
            <a:endParaRPr lang="en-US" dirty="0"/>
          </a:p>
        </p:txBody>
      </p:sp>
      <p:sp>
        <p:nvSpPr>
          <p:cNvPr id="9" name="Oval 8">
            <a:extLst>
              <a:ext uri="{FF2B5EF4-FFF2-40B4-BE49-F238E27FC236}">
                <a16:creationId xmlns:a16="http://schemas.microsoft.com/office/drawing/2014/main" id="{8E984AB7-EF75-44A4-AB87-B372E5B32EB0}"/>
              </a:ext>
            </a:extLst>
          </p:cNvPr>
          <p:cNvSpPr/>
          <p:nvPr/>
        </p:nvSpPr>
        <p:spPr>
          <a:xfrm>
            <a:off x="2071307" y="1945244"/>
            <a:ext cx="216024" cy="216024"/>
          </a:xfrm>
          <a:prstGeom prst="ellipse">
            <a:avLst/>
          </a:prstGeom>
          <a:solidFill>
            <a:srgbClr val="94C46F"/>
          </a:solidFill>
          <a:ln>
            <a:solidFill>
              <a:srgbClr val="94C46F"/>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sz="1400" dirty="0"/>
              <a:t>2</a:t>
            </a:r>
            <a:endParaRPr lang="en-US" dirty="0"/>
          </a:p>
        </p:txBody>
      </p:sp>
      <p:sp>
        <p:nvSpPr>
          <p:cNvPr id="9" name="Oval 8">
            <a:extLst>
              <a:ext uri="{FF2B5EF4-FFF2-40B4-BE49-F238E27FC236}">
                <a16:creationId xmlns:a16="http://schemas.microsoft.com/office/drawing/2014/main" id="{8E984AB7-EF75-44A4-AB87-B372E5B32EB0}"/>
              </a:ext>
            </a:extLst>
          </p:cNvPr>
          <p:cNvSpPr/>
          <p:nvPr/>
        </p:nvSpPr>
        <p:spPr>
          <a:xfrm>
            <a:off x="2071307" y="2590182"/>
            <a:ext cx="216024" cy="216024"/>
          </a:xfrm>
          <a:prstGeom prst="ellipse">
            <a:avLst/>
          </a:prstGeom>
          <a:solidFill>
            <a:srgbClr val="94C46F"/>
          </a:solidFill>
          <a:ln>
            <a:solidFill>
              <a:srgbClr val="94C46F"/>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sz="1400" dirty="0"/>
              <a:t>3</a:t>
            </a:r>
            <a:endParaRPr lang="en-US" dirty="0"/>
          </a:p>
        </p:txBody>
      </p:sp>
      <p:sp>
        <p:nvSpPr>
          <p:cNvPr id="9" name="Oval 8">
            <a:extLst>
              <a:ext uri="{FF2B5EF4-FFF2-40B4-BE49-F238E27FC236}">
                <a16:creationId xmlns:a16="http://schemas.microsoft.com/office/drawing/2014/main" id="{8E984AB7-EF75-44A4-AB87-B372E5B32EB0}"/>
              </a:ext>
            </a:extLst>
          </p:cNvPr>
          <p:cNvSpPr/>
          <p:nvPr/>
        </p:nvSpPr>
        <p:spPr>
          <a:xfrm>
            <a:off x="2245615" y="2909746"/>
            <a:ext cx="216024" cy="216024"/>
          </a:xfrm>
          <a:prstGeom prst="ellipse">
            <a:avLst/>
          </a:prstGeom>
          <a:solidFill>
            <a:srgbClr val="94C46F"/>
          </a:solidFill>
          <a:ln>
            <a:solidFill>
              <a:srgbClr val="94C46F"/>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sz="1400" dirty="0"/>
              <a:t>4</a:t>
            </a:r>
            <a:endParaRPr lang="en-US" dirty="0"/>
          </a:p>
        </p:txBody>
      </p:sp>
      <p:sp>
        <p:nvSpPr>
          <p:cNvPr id="9" name="Oval 8">
            <a:extLst>
              <a:ext uri="{FF2B5EF4-FFF2-40B4-BE49-F238E27FC236}">
                <a16:creationId xmlns:a16="http://schemas.microsoft.com/office/drawing/2014/main" id="{8E984AB7-EF75-44A4-AB87-B372E5B32EB0}"/>
              </a:ext>
            </a:extLst>
          </p:cNvPr>
          <p:cNvSpPr/>
          <p:nvPr/>
        </p:nvSpPr>
        <p:spPr>
          <a:xfrm>
            <a:off x="2152651" y="4042744"/>
            <a:ext cx="216024" cy="216024"/>
          </a:xfrm>
          <a:prstGeom prst="ellipse">
            <a:avLst/>
          </a:prstGeom>
          <a:solidFill>
            <a:srgbClr val="94C46F"/>
          </a:solidFill>
          <a:ln>
            <a:solidFill>
              <a:srgbClr val="94C46F"/>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sz="1400" dirty="0"/>
              <a:t>5</a:t>
            </a:r>
            <a:endParaRPr lang="en-US" dirty="0"/>
          </a:p>
        </p:txBody>
      </p:sp>
      <p:sp>
        <p:nvSpPr>
          <p:cNvPr id="9" name="Oval 8">
            <a:extLst>
              <a:ext uri="{FF2B5EF4-FFF2-40B4-BE49-F238E27FC236}">
                <a16:creationId xmlns:a16="http://schemas.microsoft.com/office/drawing/2014/main" id="{8E984AB7-EF75-44A4-AB87-B372E5B32EB0}"/>
              </a:ext>
            </a:extLst>
          </p:cNvPr>
          <p:cNvSpPr/>
          <p:nvPr/>
        </p:nvSpPr>
        <p:spPr>
          <a:xfrm>
            <a:off x="2637807" y="4655726"/>
            <a:ext cx="216024" cy="216024"/>
          </a:xfrm>
          <a:prstGeom prst="ellipse">
            <a:avLst/>
          </a:prstGeom>
          <a:solidFill>
            <a:srgbClr val="94C46F"/>
          </a:solidFill>
          <a:ln>
            <a:solidFill>
              <a:srgbClr val="94C46F"/>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sz="1400" dirty="0"/>
              <a:t>6</a:t>
            </a:r>
            <a:endParaRPr lang="en-US" dirty="0"/>
          </a:p>
        </p:txBody>
      </p:sp>
      <p:graphicFrame>
        <p:nvGraphicFramePr>
          <p:cNvPr id="4" name="Table 3">
            <a:extLst>
              <a:ext uri="{FF2B5EF4-FFF2-40B4-BE49-F238E27FC236}">
                <a16:creationId xmlns:a16="http://schemas.microsoft.com/office/drawing/2014/main" id="{ECD141EA-C744-4381-9930-2699EC03EE67}"/>
              </a:ext>
            </a:extLst>
          </p:cNvPr>
          <p:cNvGraphicFramePr>
            <a:graphicFrameLocks noGrp="1"/>
          </p:cNvGraphicFramePr>
          <p:nvPr>
            <p:extLst>
              <p:ext uri="{D42A27DB-BD31-4B8C-83A1-F6EECF244321}">
                <p14:modId xmlns:p14="http://schemas.microsoft.com/office/powerpoint/2010/main" val="1663403640"/>
              </p:ext>
            </p:extLst>
          </p:nvPr>
        </p:nvGraphicFramePr>
        <p:xfrm>
          <a:off x="6035040" y="1783080"/>
          <a:ext cx="2788920" cy="2068890"/>
        </p:xfrm>
        <a:graphic>
          <a:graphicData uri="http://schemas.openxmlformats.org/drawingml/2006/table">
            <a:tbl>
              <a:tblPr firstRow="1" bandRow="1">
                <a:tableStyleId>{5C22544A-7EE6-4342-B048-85BDC9FD1C3A}</a:tableStyleId>
              </a:tblPr>
              <a:tblGrid>
                <a:gridCol w="411480">
                  <a:extLst>
                    <a:ext uri="{9D8B030D-6E8A-4147-A177-3AD203B41FA5}">
                      <a16:colId xmlns:a16="http://schemas.microsoft.com/office/drawing/2014/main" val="78765453"/>
                    </a:ext>
                  </a:extLst>
                </a:gridCol>
                <a:gridCol w="2377440">
                  <a:extLst>
                    <a:ext uri="{9D8B030D-6E8A-4147-A177-3AD203B41FA5}">
                      <a16:colId xmlns:a16="http://schemas.microsoft.com/office/drawing/2014/main" val="3768374184"/>
                    </a:ext>
                  </a:extLst>
                </a:gridCol>
              </a:tblGrid>
              <a:tr h="240965">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900" b="1">
                          <a:solidFill>
                            <a:srgbClr val="FFFFFF"/>
                          </a:solidFill>
                          <a:latin typeface="Arial"/>
                        </a:rPr>
                        <a:t>No.</a:t>
                      </a:r>
                    </a:p>
                  </a:txBody>
                  <a:tcPr/>
                </a:tc>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900" b="1">
                          <a:solidFill>
                            <a:srgbClr val="FFFFFF"/>
                          </a:solidFill>
                          <a:latin typeface="Arial"/>
                        </a:rPr>
                        <a:t>Description</a:t>
                      </a:r>
                    </a:p>
                  </a:txBody>
                  <a:tcPr/>
                </a:tc>
                <a:extLst>
                  <a:ext uri="{0D108BD9-81ED-4DB2-BD59-A6C34878D82A}">
                    <a16:rowId xmlns:a16="http://schemas.microsoft.com/office/drawing/2014/main" val="1433768151"/>
                  </a:ext>
                </a:extLst>
              </a:tr>
              <a:tr h="368534">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850" b="0">
                          <a:solidFill>
                            <a:srgbClr val="262626"/>
                          </a:solidFill>
                          <a:latin typeface="Arial"/>
                        </a:rPr>
                        <a:t>1</a:t>
                      </a:r>
                    </a:p>
                  </a:txBody>
                  <a:tcPr/>
                </a:tc>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850" b="0">
                          <a:solidFill>
                            <a:srgbClr val="262626"/>
                          </a:solidFill>
                          <a:latin typeface="Arial"/>
                        </a:rPr>
                        <a:t>Current category and number of channels.</a:t>
                      </a:r>
                    </a:p>
                  </a:txBody>
                  <a:tcPr/>
                </a:tc>
                <a:extLst>
                  <a:ext uri="{0D108BD9-81ED-4DB2-BD59-A6C34878D82A}">
                    <a16:rowId xmlns:a16="http://schemas.microsoft.com/office/drawing/2014/main" val="3432369760"/>
                  </a:ext>
                </a:extLst>
              </a:tr>
              <a:tr h="226790">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850" b="0">
                          <a:solidFill>
                            <a:srgbClr val="262626"/>
                          </a:solidFill>
                          <a:latin typeface="Arial"/>
                        </a:rPr>
                        <a:t>2</a:t>
                      </a:r>
                    </a:p>
                  </a:txBody>
                  <a:tcPr/>
                </a:tc>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850" b="0">
                          <a:solidFill>
                            <a:srgbClr val="262626"/>
                          </a:solidFill>
                          <a:latin typeface="Arial"/>
                        </a:rPr>
                        <a:t>Search this category and Full guide.</a:t>
                      </a:r>
                    </a:p>
                  </a:txBody>
                  <a:tcPr/>
                </a:tc>
                <a:extLst>
                  <a:ext uri="{0D108BD9-81ED-4DB2-BD59-A6C34878D82A}">
                    <a16:rowId xmlns:a16="http://schemas.microsoft.com/office/drawing/2014/main" val="1328630216"/>
                  </a:ext>
                </a:extLst>
              </a:tr>
              <a:tr h="226790">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850" b="0">
                          <a:solidFill>
                            <a:srgbClr val="262626"/>
                          </a:solidFill>
                          <a:latin typeface="Arial"/>
                        </a:rPr>
                        <a:t>3</a:t>
                      </a:r>
                    </a:p>
                  </a:txBody>
                  <a:tcPr/>
                </a:tc>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marL="0" marR="0" lvl="0" indent="0" algn="l" defTabSz="914400" rtl="0" eaLnBrk="1" fontAlgn="b" latinLnBrk="0" hangingPunct="1">
                        <a:lnSpc>
                          <a:spcPct val="100000"/>
                        </a:lnSpc>
                        <a:spcBef>
                          <a:spcPts val="0"/>
                        </a:spcBef>
                        <a:spcAft>
                          <a:spcPts val="0"/>
                        </a:spcAft>
                        <a:buClrTx/>
                        <a:buSzTx/>
                        <a:buFontTx/>
                        <a:buNone/>
                        <a:tabLst/>
                        <a:defRPr/>
                      </a:pPr>
                      <a:r>
                        <a:rPr sz="850" b="0">
                          <a:solidFill>
                            <a:srgbClr val="262626"/>
                          </a:solidFill>
                          <a:latin typeface="Arial"/>
                        </a:rPr>
                        <a:t>Channel list: number, logo, name and program now (when the list has a guide).</a:t>
                      </a:r>
                    </a:p>
                  </a:txBody>
                  <a:tcPr/>
                </a:tc>
                <a:extLst>
                  <a:ext uri="{0D108BD9-81ED-4DB2-BD59-A6C34878D82A}">
                    <a16:rowId xmlns:a16="http://schemas.microsoft.com/office/drawing/2014/main" val="3379408515"/>
                  </a:ext>
                </a:extLst>
              </a:tr>
              <a:tr h="226790">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850" b="0">
                          <a:solidFill>
                            <a:srgbClr val="262626"/>
                          </a:solidFill>
                          <a:latin typeface="Arial"/>
                        </a:rPr>
                        <a:t>4</a:t>
                      </a:r>
                    </a:p>
                  </a:txBody>
                  <a:tcPr/>
                </a:tc>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850" b="0">
                          <a:solidFill>
                            <a:srgbClr val="262626"/>
                          </a:solidFill>
                          <a:latin typeface="Arial"/>
                        </a:rPr>
                        <a:t>Focused channel: program now, time and progress.</a:t>
                      </a:r>
                    </a:p>
                  </a:txBody>
                  <a:tcPr/>
                </a:tc>
                <a:extLst>
                  <a:ext uri="{0D108BD9-81ED-4DB2-BD59-A6C34878D82A}">
                    <a16:rowId xmlns:a16="http://schemas.microsoft.com/office/drawing/2014/main" val="3928309716"/>
                  </a:ext>
                </a:extLst>
              </a:tr>
              <a:tr h="368534">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850" b="0">
                          <a:solidFill>
                            <a:srgbClr val="262626"/>
                          </a:solidFill>
                          <a:latin typeface="Arial"/>
                        </a:rPr>
                        <a:t>5</a:t>
                      </a:r>
                    </a:p>
                  </a:txBody>
                  <a:tcPr/>
                </a:tc>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850" b="0">
                          <a:solidFill>
                            <a:srgbClr val="262626"/>
                          </a:solidFill>
                          <a:latin typeface="Arial"/>
                        </a:rPr>
                        <a:t>Next programs.</a:t>
                      </a:r>
                    </a:p>
                  </a:txBody>
                  <a:tcPr/>
                </a:tc>
                <a:extLst>
                  <a:ext uri="{0D108BD9-81ED-4DB2-BD59-A6C34878D82A}">
                    <a16:rowId xmlns:a16="http://schemas.microsoft.com/office/drawing/2014/main" val="2037391808"/>
                  </a:ext>
                </a:extLst>
              </a:tr>
              <a:tr h="285810">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850" b="0">
                          <a:solidFill>
                            <a:srgbClr val="262626"/>
                          </a:solidFill>
                          <a:latin typeface="Arial"/>
                        </a:rPr>
                        <a:t>6</a:t>
                      </a:r>
                    </a:p>
                  </a:txBody>
                  <a:tcPr/>
                </a:tc>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850" b="0">
                          <a:solidFill>
                            <a:srgbClr val="262626"/>
                          </a:solidFill>
                          <a:latin typeface="Arial"/>
                        </a:rPr>
                        <a:t>Key guide.</a:t>
                      </a:r>
                    </a:p>
                  </a:txBody>
                  <a:tcPr/>
                </a:tc>
                <a:extLst>
                  <a:ext uri="{0D108BD9-81ED-4DB2-BD59-A6C34878D82A}">
                    <a16:rowId xmlns:a16="http://schemas.microsoft.com/office/drawing/2014/main" val="3419888650"/>
                  </a:ext>
                </a:extLst>
              </a:tr>
            </a:tbl>
          </a:graphicData>
        </a:graphic>
      </p:graphicFrame>
      <p:sp>
        <p:nvSpPr>
          <p:cNvPr id="10" name="TextBox 9"/>
          <p:cNvSpPr txBox="1"/>
          <p:nvPr/>
        </p:nvSpPr>
        <p:spPr>
          <a:xfrm>
            <a:off x="320040" y="5030343"/>
            <a:ext cx="5577840" cy="731520"/>
          </a:xfrm>
          <a:prstGeom prst="rect">
            <a:avLst/>
          </a:prstGeom>
          <a:noFill/>
        </p:spPr>
        <p:txBody>
          <a:bodyPr wrap="square">
            <a:spAutoFit/>
          </a:bodyPr>
          <a:lstStyle/>
          <a:p>
            <a:pPr latinLnBrk="0" eaLnBrk="1"/>
            <a:r>
              <a:rPr sz="1000">
                <a:solidFill>
                  <a:srgbClr val="262626"/>
                </a:solidFill>
              </a:rPr>
              <a:t>OK on a channel plays it in full screen; hold OK or YELLOW adds it to Favorites.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Menus and Functions</a:t>
            </a:r>
          </a:p>
        </p:txBody>
      </p:sp>
      <p:sp>
        <p:nvSpPr>
          <p:cNvPr id="3" name="Slide Number Placeholder 2"/>
          <p:cNvSpPr>
            <a:spLocks noGrp="1"/>
          </p:cNvSpPr>
          <p:nvPr>
            <p:ph type="sldNum" sz="quarter" idx="4"/>
          </p:nvPr>
        </p:nvSpPr>
        <p:spPr/>
        <p:txBody>
          <a:bodyPr/>
          <a:lstStyle/>
          <a:p>
            <a:fld id="{42AF35AD-09C2-4EBD-8934-72FD947EF48F}" type="slidenum">
              <a:rPr lang="pl-PL" smtClean="0"/>
              <a:pPr/>
              <a:t>16</a:t>
            </a:fld>
            <a:endParaRPr lang="pl-PL" dirty="0"/>
          </a:p>
        </p:txBody>
      </p:sp>
      <p:sp>
        <p:nvSpPr>
          <p:cNvPr id="7" name="제목 1"/>
          <p:cNvSpPr txBox="1">
            <a:spLocks/>
          </p:cNvSpPr>
          <p:nvPr/>
        </p:nvSpPr>
        <p:spPr>
          <a:xfrm>
            <a:off x="2123728" y="980728"/>
            <a:ext cx="6563072" cy="615603"/>
          </a:xfrm>
          <a:prstGeom prst="rect">
            <a:avLst/>
          </a:prstGeom>
        </p:spPr>
        <p:txBody>
          <a:bodyPr vert="horz" lIns="91440" tIns="45720" rIns="91440" bIns="45720" rtlCol="0" anchor="ctr">
            <a:noAutofit/>
          </a:bodyPr>
          <a:lstStyle>
            <a:lvl1pPr algn="r" rtl="0" eaLnBrk="1" latinLnBrk="1" hangingPunct="1">
              <a:spcBef>
                <a:spcPct val="0"/>
              </a:spcBef>
              <a:buNone/>
              <a:defRPr kumimoji="0" sz="2800" b="0" kern="1200">
                <a:ln>
                  <a:noFill/>
                </a:ln>
                <a:solidFill>
                  <a:srgbClr val="374971"/>
                </a:solidFill>
                <a:effectLst/>
                <a:latin typeface="+mj-lt"/>
                <a:ea typeface="+mj-ea"/>
                <a:cs typeface="+mj-cs"/>
              </a:defRPr>
            </a:lvl1pPr>
          </a:lstStyle>
          <a:p>
            <a:pPr latinLnBrk="0" eaLnBrk="1"/>
            <a:r>
              <a:rPr>
                <a:solidFill>
                  <a:srgbClr val="34497A"/>
                </a:solidFill>
              </a:rPr>
              <a:t>Live TV player</a:t>
            </a:r>
          </a:p>
        </p:txBody>
      </p:sp>
      <p:pic>
        <p:nvPicPr>
          <p:cNvPr id="8" name="Picture 7" descr="ui_07_live_player.jpg"/>
          <p:cNvPicPr>
            <a:picLocks noChangeAspect="1"/>
          </p:cNvPicPr>
          <p:nvPr/>
        </p:nvPicPr>
        <p:blipFill>
          <a:blip r:embed="rId2"/>
          <a:stretch>
            <a:fillRect/>
          </a:stretch>
        </p:blipFill>
        <p:spPr>
          <a:xfrm>
            <a:off x="320040" y="1783080"/>
            <a:ext cx="5577840" cy="3137535"/>
          </a:xfrm>
          <a:prstGeom prst="rect">
            <a:avLst/>
          </a:prstGeom>
        </p:spPr>
      </p:pic>
      <p:sp>
        <p:nvSpPr>
          <p:cNvPr id="9" name="Oval 8">
            <a:extLst>
              <a:ext uri="{FF2B5EF4-FFF2-40B4-BE49-F238E27FC236}">
                <a16:creationId xmlns:a16="http://schemas.microsoft.com/office/drawing/2014/main" id="{8E984AB7-EF75-44A4-AB87-B372E5B32EB0}"/>
              </a:ext>
            </a:extLst>
          </p:cNvPr>
          <p:cNvSpPr/>
          <p:nvPr/>
        </p:nvSpPr>
        <p:spPr>
          <a:xfrm>
            <a:off x="1882474" y="1983011"/>
            <a:ext cx="216024" cy="216024"/>
          </a:xfrm>
          <a:prstGeom prst="ellipse">
            <a:avLst/>
          </a:prstGeom>
          <a:solidFill>
            <a:srgbClr val="94C46F"/>
          </a:solidFill>
          <a:ln>
            <a:solidFill>
              <a:srgbClr val="94C46F"/>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sz="1400" dirty="0"/>
              <a:t>1</a:t>
            </a:r>
            <a:endParaRPr lang="en-US" dirty="0"/>
          </a:p>
        </p:txBody>
      </p:sp>
      <p:graphicFrame>
        <p:nvGraphicFramePr>
          <p:cNvPr id="4" name="Table 3">
            <a:extLst>
              <a:ext uri="{FF2B5EF4-FFF2-40B4-BE49-F238E27FC236}">
                <a16:creationId xmlns:a16="http://schemas.microsoft.com/office/drawing/2014/main" id="{ECD141EA-C744-4381-9930-2699EC03EE67}"/>
              </a:ext>
            </a:extLst>
          </p:cNvPr>
          <p:cNvGraphicFramePr>
            <a:graphicFrameLocks noGrp="1"/>
          </p:cNvGraphicFramePr>
          <p:nvPr>
            <p:extLst>
              <p:ext uri="{D42A27DB-BD31-4B8C-83A1-F6EECF244321}">
                <p14:modId xmlns:p14="http://schemas.microsoft.com/office/powerpoint/2010/main" val="1663403640"/>
              </p:ext>
            </p:extLst>
          </p:nvPr>
        </p:nvGraphicFramePr>
        <p:xfrm>
          <a:off x="6035040" y="1783080"/>
          <a:ext cx="2788920" cy="2068890"/>
        </p:xfrm>
        <a:graphic>
          <a:graphicData uri="http://schemas.openxmlformats.org/drawingml/2006/table">
            <a:tbl>
              <a:tblPr firstRow="1" bandRow="1">
                <a:tableStyleId>{5C22544A-7EE6-4342-B048-85BDC9FD1C3A}</a:tableStyleId>
              </a:tblPr>
              <a:tblGrid>
                <a:gridCol w="411480">
                  <a:extLst>
                    <a:ext uri="{9D8B030D-6E8A-4147-A177-3AD203B41FA5}">
                      <a16:colId xmlns:a16="http://schemas.microsoft.com/office/drawing/2014/main" val="78765453"/>
                    </a:ext>
                  </a:extLst>
                </a:gridCol>
                <a:gridCol w="2377440">
                  <a:extLst>
                    <a:ext uri="{9D8B030D-6E8A-4147-A177-3AD203B41FA5}">
                      <a16:colId xmlns:a16="http://schemas.microsoft.com/office/drawing/2014/main" val="3768374184"/>
                    </a:ext>
                  </a:extLst>
                </a:gridCol>
              </a:tblGrid>
              <a:tr h="240965">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900" b="1">
                          <a:solidFill>
                            <a:srgbClr val="FFFFFF"/>
                          </a:solidFill>
                          <a:latin typeface="Arial"/>
                        </a:rPr>
                        <a:t>No.</a:t>
                      </a:r>
                    </a:p>
                  </a:txBody>
                  <a:tcPr/>
                </a:tc>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900" b="1">
                          <a:solidFill>
                            <a:srgbClr val="FFFFFF"/>
                          </a:solidFill>
                          <a:latin typeface="Arial"/>
                        </a:rPr>
                        <a:t>Description</a:t>
                      </a:r>
                    </a:p>
                  </a:txBody>
                  <a:tcPr/>
                </a:tc>
                <a:extLst>
                  <a:ext uri="{0D108BD9-81ED-4DB2-BD59-A6C34878D82A}">
                    <a16:rowId xmlns:a16="http://schemas.microsoft.com/office/drawing/2014/main" val="1433768151"/>
                  </a:ext>
                </a:extLst>
              </a:tr>
              <a:tr h="368534">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850" b="0">
                          <a:solidFill>
                            <a:srgbClr val="262626"/>
                          </a:solidFill>
                          <a:latin typeface="Arial"/>
                        </a:rPr>
                        <a:t>1</a:t>
                      </a:r>
                    </a:p>
                  </a:txBody>
                  <a:tcPr/>
                </a:tc>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850" b="0">
                          <a:solidFill>
                            <a:srgbClr val="262626"/>
                          </a:solidFill>
                          <a:latin typeface="Arial"/>
                        </a:rPr>
                        <a:t>Channel banner: LIVE, number, logo, name and current program with progress.</a:t>
                      </a:r>
                    </a:p>
                  </a:txBody>
                  <a:tcPr/>
                </a:tc>
                <a:extLst>
                  <a:ext uri="{0D108BD9-81ED-4DB2-BD59-A6C34878D82A}">
                    <a16:rowId xmlns:a16="http://schemas.microsoft.com/office/drawing/2014/main" val="3432369760"/>
                  </a:ext>
                </a:extLst>
              </a:tr>
            </a:tbl>
          </a:graphicData>
        </a:graphic>
      </p:graphicFrame>
      <p:sp>
        <p:nvSpPr>
          <p:cNvPr id="10" name="TextBox 9"/>
          <p:cNvSpPr txBox="1"/>
          <p:nvPr/>
        </p:nvSpPr>
        <p:spPr>
          <a:xfrm>
            <a:off x="320040" y="5030343"/>
            <a:ext cx="5577840" cy="731520"/>
          </a:xfrm>
          <a:prstGeom prst="rect">
            <a:avLst/>
          </a:prstGeom>
          <a:noFill/>
        </p:spPr>
        <p:txBody>
          <a:bodyPr wrap="square">
            <a:spAutoFit/>
          </a:bodyPr>
          <a:lstStyle/>
          <a:p>
            <a:pPr latinLnBrk="0" eaLnBrk="1"/>
            <a:r>
              <a:rPr sz="1000">
                <a:solidFill>
                  <a:srgbClr val="262626"/>
                </a:solidFill>
              </a:rPr>
              <a:t>CHANNEL UP/DOWN switches channel. No seek bar on live channels: controls follow what the stream supports.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Menus and Functions</a:t>
            </a:r>
          </a:p>
        </p:txBody>
      </p:sp>
      <p:sp>
        <p:nvSpPr>
          <p:cNvPr id="3" name="Slide Number Placeholder 2"/>
          <p:cNvSpPr>
            <a:spLocks noGrp="1"/>
          </p:cNvSpPr>
          <p:nvPr>
            <p:ph type="sldNum" sz="quarter" idx="4"/>
          </p:nvPr>
        </p:nvSpPr>
        <p:spPr/>
        <p:txBody>
          <a:bodyPr/>
          <a:lstStyle/>
          <a:p>
            <a:fld id="{42AF35AD-09C2-4EBD-8934-72FD947EF48F}" type="slidenum">
              <a:rPr lang="pl-PL" smtClean="0"/>
              <a:pPr/>
              <a:t>16</a:t>
            </a:fld>
            <a:endParaRPr lang="pl-PL" dirty="0"/>
          </a:p>
        </p:txBody>
      </p:sp>
      <p:sp>
        <p:nvSpPr>
          <p:cNvPr id="7" name="제목 1"/>
          <p:cNvSpPr txBox="1">
            <a:spLocks/>
          </p:cNvSpPr>
          <p:nvPr/>
        </p:nvSpPr>
        <p:spPr>
          <a:xfrm>
            <a:off x="2123728" y="980728"/>
            <a:ext cx="6563072" cy="615603"/>
          </a:xfrm>
          <a:prstGeom prst="rect">
            <a:avLst/>
          </a:prstGeom>
        </p:spPr>
        <p:txBody>
          <a:bodyPr vert="horz" lIns="91440" tIns="45720" rIns="91440" bIns="45720" rtlCol="0" anchor="ctr">
            <a:noAutofit/>
          </a:bodyPr>
          <a:lstStyle>
            <a:lvl1pPr algn="r" rtl="0" eaLnBrk="1" latinLnBrk="1" hangingPunct="1">
              <a:spcBef>
                <a:spcPct val="0"/>
              </a:spcBef>
              <a:buNone/>
              <a:defRPr kumimoji="0" sz="2800" b="0" kern="1200">
                <a:ln>
                  <a:noFill/>
                </a:ln>
                <a:solidFill>
                  <a:srgbClr val="374971"/>
                </a:solidFill>
                <a:effectLst/>
                <a:latin typeface="+mj-lt"/>
                <a:ea typeface="+mj-ea"/>
                <a:cs typeface="+mj-cs"/>
              </a:defRPr>
            </a:lvl1pPr>
          </a:lstStyle>
          <a:p>
            <a:pPr latinLnBrk="0" eaLnBrk="1"/>
            <a:r>
              <a:rPr>
                <a:solidFill>
                  <a:srgbClr val="34497A"/>
                </a:solidFill>
              </a:rPr>
              <a:t>Movies (Series has the same layout)</a:t>
            </a:r>
          </a:p>
        </p:txBody>
      </p:sp>
      <p:pic>
        <p:nvPicPr>
          <p:cNvPr id="8" name="Picture 7" descr="ui_08_movies.jpg"/>
          <p:cNvPicPr>
            <a:picLocks noChangeAspect="1"/>
          </p:cNvPicPr>
          <p:nvPr/>
        </p:nvPicPr>
        <p:blipFill>
          <a:blip r:embed="rId2"/>
          <a:stretch>
            <a:fillRect/>
          </a:stretch>
        </p:blipFill>
        <p:spPr>
          <a:xfrm>
            <a:off x="320040" y="1783080"/>
            <a:ext cx="5577840" cy="3137535"/>
          </a:xfrm>
          <a:prstGeom prst="rect">
            <a:avLst/>
          </a:prstGeom>
        </p:spPr>
      </p:pic>
      <p:sp>
        <p:nvSpPr>
          <p:cNvPr id="9" name="Oval 8">
            <a:extLst>
              <a:ext uri="{FF2B5EF4-FFF2-40B4-BE49-F238E27FC236}">
                <a16:creationId xmlns:a16="http://schemas.microsoft.com/office/drawing/2014/main" id="{8E984AB7-EF75-44A4-AB87-B372E5B32EB0}"/>
              </a:ext>
            </a:extLst>
          </p:cNvPr>
          <p:cNvSpPr/>
          <p:nvPr/>
        </p:nvSpPr>
        <p:spPr>
          <a:xfrm>
            <a:off x="2390871" y="1881331"/>
            <a:ext cx="216024" cy="216024"/>
          </a:xfrm>
          <a:prstGeom prst="ellipse">
            <a:avLst/>
          </a:prstGeom>
          <a:solidFill>
            <a:srgbClr val="94C46F"/>
          </a:solidFill>
          <a:ln>
            <a:solidFill>
              <a:srgbClr val="94C46F"/>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sz="1400" dirty="0"/>
              <a:t>1</a:t>
            </a:r>
            <a:endParaRPr lang="en-US" dirty="0"/>
          </a:p>
        </p:txBody>
      </p:sp>
      <p:sp>
        <p:nvSpPr>
          <p:cNvPr id="9" name="Oval 8">
            <a:extLst>
              <a:ext uri="{FF2B5EF4-FFF2-40B4-BE49-F238E27FC236}">
                <a16:creationId xmlns:a16="http://schemas.microsoft.com/office/drawing/2014/main" id="{8E984AB7-EF75-44A4-AB87-B372E5B32EB0}"/>
              </a:ext>
            </a:extLst>
          </p:cNvPr>
          <p:cNvSpPr/>
          <p:nvPr/>
        </p:nvSpPr>
        <p:spPr>
          <a:xfrm>
            <a:off x="490920" y="1951054"/>
            <a:ext cx="216024" cy="216024"/>
          </a:xfrm>
          <a:prstGeom prst="ellipse">
            <a:avLst/>
          </a:prstGeom>
          <a:solidFill>
            <a:srgbClr val="94C46F"/>
          </a:solidFill>
          <a:ln>
            <a:solidFill>
              <a:srgbClr val="94C46F"/>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sz="1400" dirty="0"/>
              <a:t>2</a:t>
            </a:r>
            <a:endParaRPr lang="en-US" dirty="0"/>
          </a:p>
        </p:txBody>
      </p:sp>
      <p:sp>
        <p:nvSpPr>
          <p:cNvPr id="9" name="Oval 8">
            <a:extLst>
              <a:ext uri="{FF2B5EF4-FFF2-40B4-BE49-F238E27FC236}">
                <a16:creationId xmlns:a16="http://schemas.microsoft.com/office/drawing/2014/main" id="{8E984AB7-EF75-44A4-AB87-B372E5B32EB0}"/>
              </a:ext>
            </a:extLst>
          </p:cNvPr>
          <p:cNvSpPr/>
          <p:nvPr/>
        </p:nvSpPr>
        <p:spPr>
          <a:xfrm>
            <a:off x="1591962" y="2116646"/>
            <a:ext cx="216024" cy="216024"/>
          </a:xfrm>
          <a:prstGeom prst="ellipse">
            <a:avLst/>
          </a:prstGeom>
          <a:solidFill>
            <a:srgbClr val="94C46F"/>
          </a:solidFill>
          <a:ln>
            <a:solidFill>
              <a:srgbClr val="94C46F"/>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sz="1400" dirty="0"/>
              <a:t>3</a:t>
            </a:r>
            <a:endParaRPr lang="en-US" dirty="0"/>
          </a:p>
        </p:txBody>
      </p:sp>
      <p:sp>
        <p:nvSpPr>
          <p:cNvPr id="9" name="Oval 8">
            <a:extLst>
              <a:ext uri="{FF2B5EF4-FFF2-40B4-BE49-F238E27FC236}">
                <a16:creationId xmlns:a16="http://schemas.microsoft.com/office/drawing/2014/main" id="{8E984AB7-EF75-44A4-AB87-B372E5B32EB0}"/>
              </a:ext>
            </a:extLst>
          </p:cNvPr>
          <p:cNvSpPr/>
          <p:nvPr/>
        </p:nvSpPr>
        <p:spPr>
          <a:xfrm>
            <a:off x="1926051" y="3453004"/>
            <a:ext cx="216024" cy="216024"/>
          </a:xfrm>
          <a:prstGeom prst="ellipse">
            <a:avLst/>
          </a:prstGeom>
          <a:solidFill>
            <a:srgbClr val="94C46F"/>
          </a:solidFill>
          <a:ln>
            <a:solidFill>
              <a:srgbClr val="94C46F"/>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sz="1400" dirty="0"/>
              <a:t>4</a:t>
            </a:r>
            <a:endParaRPr lang="en-US" dirty="0"/>
          </a:p>
        </p:txBody>
      </p:sp>
      <p:sp>
        <p:nvSpPr>
          <p:cNvPr id="9" name="Oval 8">
            <a:extLst>
              <a:ext uri="{FF2B5EF4-FFF2-40B4-BE49-F238E27FC236}">
                <a16:creationId xmlns:a16="http://schemas.microsoft.com/office/drawing/2014/main" id="{8E984AB7-EF75-44A4-AB87-B372E5B32EB0}"/>
              </a:ext>
            </a:extLst>
          </p:cNvPr>
          <p:cNvSpPr/>
          <p:nvPr/>
        </p:nvSpPr>
        <p:spPr>
          <a:xfrm>
            <a:off x="5252419" y="2122457"/>
            <a:ext cx="216024" cy="216024"/>
          </a:xfrm>
          <a:prstGeom prst="ellipse">
            <a:avLst/>
          </a:prstGeom>
          <a:solidFill>
            <a:srgbClr val="94C46F"/>
          </a:solidFill>
          <a:ln>
            <a:solidFill>
              <a:srgbClr val="94C46F"/>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sz="1400" dirty="0"/>
              <a:t>5</a:t>
            </a:r>
            <a:endParaRPr lang="en-US" dirty="0"/>
          </a:p>
        </p:txBody>
      </p:sp>
      <p:graphicFrame>
        <p:nvGraphicFramePr>
          <p:cNvPr id="4" name="Table 3">
            <a:extLst>
              <a:ext uri="{FF2B5EF4-FFF2-40B4-BE49-F238E27FC236}">
                <a16:creationId xmlns:a16="http://schemas.microsoft.com/office/drawing/2014/main" id="{ECD141EA-C744-4381-9930-2699EC03EE67}"/>
              </a:ext>
            </a:extLst>
          </p:cNvPr>
          <p:cNvGraphicFramePr>
            <a:graphicFrameLocks noGrp="1"/>
          </p:cNvGraphicFramePr>
          <p:nvPr>
            <p:extLst>
              <p:ext uri="{D42A27DB-BD31-4B8C-83A1-F6EECF244321}">
                <p14:modId xmlns:p14="http://schemas.microsoft.com/office/powerpoint/2010/main" val="1663403640"/>
              </p:ext>
            </p:extLst>
          </p:nvPr>
        </p:nvGraphicFramePr>
        <p:xfrm>
          <a:off x="6035040" y="1783080"/>
          <a:ext cx="2788920" cy="2068890"/>
        </p:xfrm>
        <a:graphic>
          <a:graphicData uri="http://schemas.openxmlformats.org/drawingml/2006/table">
            <a:tbl>
              <a:tblPr firstRow="1" bandRow="1">
                <a:tableStyleId>{5C22544A-7EE6-4342-B048-85BDC9FD1C3A}</a:tableStyleId>
              </a:tblPr>
              <a:tblGrid>
                <a:gridCol w="411480">
                  <a:extLst>
                    <a:ext uri="{9D8B030D-6E8A-4147-A177-3AD203B41FA5}">
                      <a16:colId xmlns:a16="http://schemas.microsoft.com/office/drawing/2014/main" val="78765453"/>
                    </a:ext>
                  </a:extLst>
                </a:gridCol>
                <a:gridCol w="2377440">
                  <a:extLst>
                    <a:ext uri="{9D8B030D-6E8A-4147-A177-3AD203B41FA5}">
                      <a16:colId xmlns:a16="http://schemas.microsoft.com/office/drawing/2014/main" val="3768374184"/>
                    </a:ext>
                  </a:extLst>
                </a:gridCol>
              </a:tblGrid>
              <a:tr h="240965">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900" b="1">
                          <a:solidFill>
                            <a:srgbClr val="FFFFFF"/>
                          </a:solidFill>
                          <a:latin typeface="Arial"/>
                        </a:rPr>
                        <a:t>No.</a:t>
                      </a:r>
                    </a:p>
                  </a:txBody>
                  <a:tcPr/>
                </a:tc>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900" b="1">
                          <a:solidFill>
                            <a:srgbClr val="FFFFFF"/>
                          </a:solidFill>
                          <a:latin typeface="Arial"/>
                        </a:rPr>
                        <a:t>Description</a:t>
                      </a:r>
                    </a:p>
                  </a:txBody>
                  <a:tcPr/>
                </a:tc>
                <a:extLst>
                  <a:ext uri="{0D108BD9-81ED-4DB2-BD59-A6C34878D82A}">
                    <a16:rowId xmlns:a16="http://schemas.microsoft.com/office/drawing/2014/main" val="1433768151"/>
                  </a:ext>
                </a:extLst>
              </a:tr>
              <a:tr h="368534">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850" b="0">
                          <a:solidFill>
                            <a:srgbClr val="262626"/>
                          </a:solidFill>
                          <a:latin typeface="Arial"/>
                        </a:rPr>
                        <a:t>1</a:t>
                      </a:r>
                    </a:p>
                  </a:txBody>
                  <a:tcPr/>
                </a:tc>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850" b="0">
                          <a:solidFill>
                            <a:srgbClr val="262626"/>
                          </a:solidFill>
                          <a:latin typeface="Arial"/>
                        </a:rPr>
                        <a:t>Top bar with the current section.</a:t>
                      </a:r>
                    </a:p>
                  </a:txBody>
                  <a:tcPr/>
                </a:tc>
                <a:extLst>
                  <a:ext uri="{0D108BD9-81ED-4DB2-BD59-A6C34878D82A}">
                    <a16:rowId xmlns:a16="http://schemas.microsoft.com/office/drawing/2014/main" val="3432369760"/>
                  </a:ext>
                </a:extLst>
              </a:tr>
              <a:tr h="226790">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850" b="0">
                          <a:solidFill>
                            <a:srgbClr val="262626"/>
                          </a:solidFill>
                          <a:latin typeface="Arial"/>
                        </a:rPr>
                        <a:t>2</a:t>
                      </a:r>
                    </a:p>
                  </a:txBody>
                  <a:tcPr/>
                </a:tc>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850" b="0">
                          <a:solidFill>
                            <a:srgbClr val="262626"/>
                          </a:solidFill>
                          <a:latin typeface="Arial"/>
                        </a:rPr>
                        <a:t>Category list: ★ Favorites, ↺ History, All and the categories of the playlist.</a:t>
                      </a:r>
                    </a:p>
                  </a:txBody>
                  <a:tcPr/>
                </a:tc>
                <a:extLst>
                  <a:ext uri="{0D108BD9-81ED-4DB2-BD59-A6C34878D82A}">
                    <a16:rowId xmlns:a16="http://schemas.microsoft.com/office/drawing/2014/main" val="1328630216"/>
                  </a:ext>
                </a:extLst>
              </a:tr>
              <a:tr h="226790">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850" b="0">
                          <a:solidFill>
                            <a:srgbClr val="262626"/>
                          </a:solidFill>
                          <a:latin typeface="Arial"/>
                        </a:rPr>
                        <a:t>3</a:t>
                      </a:r>
                    </a:p>
                  </a:txBody>
                  <a:tcPr/>
                </a:tc>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marL="0" marR="0" lvl="0" indent="0" algn="l" defTabSz="914400" rtl="0" eaLnBrk="1" fontAlgn="b" latinLnBrk="0" hangingPunct="1">
                        <a:lnSpc>
                          <a:spcPct val="100000"/>
                        </a:lnSpc>
                        <a:spcBef>
                          <a:spcPts val="0"/>
                        </a:spcBef>
                        <a:spcAft>
                          <a:spcPts val="0"/>
                        </a:spcAft>
                        <a:buClrTx/>
                        <a:buSzTx/>
                        <a:buFontTx/>
                        <a:buNone/>
                        <a:tabLst/>
                        <a:defRPr/>
                      </a:pPr>
                      <a:r>
                        <a:rPr sz="850" b="0">
                          <a:solidFill>
                            <a:srgbClr val="262626"/>
                          </a:solidFill>
                          <a:latin typeface="Arial"/>
                        </a:rPr>
                        <a:t>Rows: Recently added, Top rated and others.</a:t>
                      </a:r>
                    </a:p>
                  </a:txBody>
                  <a:tcPr/>
                </a:tc>
                <a:extLst>
                  <a:ext uri="{0D108BD9-81ED-4DB2-BD59-A6C34878D82A}">
                    <a16:rowId xmlns:a16="http://schemas.microsoft.com/office/drawing/2014/main" val="3379408515"/>
                  </a:ext>
                </a:extLst>
              </a:tr>
              <a:tr h="226790">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850" b="0">
                          <a:solidFill>
                            <a:srgbClr val="262626"/>
                          </a:solidFill>
                          <a:latin typeface="Arial"/>
                        </a:rPr>
                        <a:t>4</a:t>
                      </a:r>
                    </a:p>
                  </a:txBody>
                  <a:tcPr/>
                </a:tc>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850" b="0">
                          <a:solidFill>
                            <a:srgbClr val="262626"/>
                          </a:solidFill>
                          <a:latin typeface="Arial"/>
                        </a:rPr>
                        <a:t>Focused title with rating.</a:t>
                      </a:r>
                    </a:p>
                  </a:txBody>
                  <a:tcPr/>
                </a:tc>
                <a:extLst>
                  <a:ext uri="{0D108BD9-81ED-4DB2-BD59-A6C34878D82A}">
                    <a16:rowId xmlns:a16="http://schemas.microsoft.com/office/drawing/2014/main" val="3928309716"/>
                  </a:ext>
                </a:extLst>
              </a:tr>
              <a:tr h="368534">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850" b="0">
                          <a:solidFill>
                            <a:srgbClr val="262626"/>
                          </a:solidFill>
                          <a:latin typeface="Arial"/>
                        </a:rPr>
                        <a:t>5</a:t>
                      </a:r>
                    </a:p>
                  </a:txBody>
                  <a:tcPr/>
                </a:tc>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850" b="0">
                          <a:solidFill>
                            <a:srgbClr val="262626"/>
                          </a:solidFill>
                          <a:latin typeface="Arial"/>
                        </a:rPr>
                        <a:t>"See all": opens the grid of the row.</a:t>
                      </a:r>
                    </a:p>
                  </a:txBody>
                  <a:tcPr/>
                </a:tc>
                <a:extLst>
                  <a:ext uri="{0D108BD9-81ED-4DB2-BD59-A6C34878D82A}">
                    <a16:rowId xmlns:a16="http://schemas.microsoft.com/office/drawing/2014/main" val="2037391808"/>
                  </a:ext>
                </a:extLst>
              </a:tr>
            </a:tbl>
          </a:graphicData>
        </a:graphic>
      </p:graphicFrame>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Menus and Functions</a:t>
            </a:r>
          </a:p>
        </p:txBody>
      </p:sp>
      <p:sp>
        <p:nvSpPr>
          <p:cNvPr id="3" name="Slide Number Placeholder 2"/>
          <p:cNvSpPr>
            <a:spLocks noGrp="1"/>
          </p:cNvSpPr>
          <p:nvPr>
            <p:ph type="sldNum" sz="quarter" idx="4"/>
          </p:nvPr>
        </p:nvSpPr>
        <p:spPr/>
        <p:txBody>
          <a:bodyPr/>
          <a:lstStyle/>
          <a:p>
            <a:fld id="{42AF35AD-09C2-4EBD-8934-72FD947EF48F}" type="slidenum">
              <a:rPr lang="pl-PL" smtClean="0"/>
              <a:pPr/>
              <a:t>16</a:t>
            </a:fld>
            <a:endParaRPr lang="pl-PL" dirty="0"/>
          </a:p>
        </p:txBody>
      </p:sp>
      <p:sp>
        <p:nvSpPr>
          <p:cNvPr id="7" name="제목 1"/>
          <p:cNvSpPr txBox="1">
            <a:spLocks/>
          </p:cNvSpPr>
          <p:nvPr/>
        </p:nvSpPr>
        <p:spPr>
          <a:xfrm>
            <a:off x="2123728" y="980728"/>
            <a:ext cx="6563072" cy="615603"/>
          </a:xfrm>
          <a:prstGeom prst="rect">
            <a:avLst/>
          </a:prstGeom>
        </p:spPr>
        <p:txBody>
          <a:bodyPr vert="horz" lIns="91440" tIns="45720" rIns="91440" bIns="45720" rtlCol="0" anchor="ctr">
            <a:noAutofit/>
          </a:bodyPr>
          <a:lstStyle>
            <a:lvl1pPr algn="r" rtl="0" eaLnBrk="1" latinLnBrk="1" hangingPunct="1">
              <a:spcBef>
                <a:spcPct val="0"/>
              </a:spcBef>
              <a:buNone/>
              <a:defRPr kumimoji="0" sz="2800" b="0" kern="1200">
                <a:ln>
                  <a:noFill/>
                </a:ln>
                <a:solidFill>
                  <a:srgbClr val="374971"/>
                </a:solidFill>
                <a:effectLst/>
                <a:latin typeface="+mj-lt"/>
                <a:ea typeface="+mj-ea"/>
                <a:cs typeface="+mj-cs"/>
              </a:defRPr>
            </a:lvl1pPr>
          </a:lstStyle>
          <a:p>
            <a:pPr latinLnBrk="0" eaLnBrk="1"/>
            <a:r>
              <a:rPr>
                <a:solidFill>
                  <a:srgbClr val="34497A"/>
                </a:solidFill>
              </a:rPr>
              <a:t>Category grid</a:t>
            </a:r>
          </a:p>
        </p:txBody>
      </p:sp>
      <p:pic>
        <p:nvPicPr>
          <p:cNvPr id="8" name="Picture 7" descr="ui_09_category.jpg"/>
          <p:cNvPicPr>
            <a:picLocks noChangeAspect="1"/>
          </p:cNvPicPr>
          <p:nvPr/>
        </p:nvPicPr>
        <p:blipFill>
          <a:blip r:embed="rId2"/>
          <a:stretch>
            <a:fillRect/>
          </a:stretch>
        </p:blipFill>
        <p:spPr>
          <a:xfrm>
            <a:off x="320040" y="1783080"/>
            <a:ext cx="5577840" cy="3137535"/>
          </a:xfrm>
          <a:prstGeom prst="rect">
            <a:avLst/>
          </a:prstGeom>
        </p:spPr>
      </p:pic>
      <p:sp>
        <p:nvSpPr>
          <p:cNvPr id="9" name="Oval 8">
            <a:extLst>
              <a:ext uri="{FF2B5EF4-FFF2-40B4-BE49-F238E27FC236}">
                <a16:creationId xmlns:a16="http://schemas.microsoft.com/office/drawing/2014/main" id="{8E984AB7-EF75-44A4-AB87-B372E5B32EB0}"/>
              </a:ext>
            </a:extLst>
          </p:cNvPr>
          <p:cNvSpPr/>
          <p:nvPr/>
        </p:nvSpPr>
        <p:spPr>
          <a:xfrm>
            <a:off x="1795321" y="1890047"/>
            <a:ext cx="216024" cy="216024"/>
          </a:xfrm>
          <a:prstGeom prst="ellipse">
            <a:avLst/>
          </a:prstGeom>
          <a:solidFill>
            <a:srgbClr val="94C46F"/>
          </a:solidFill>
          <a:ln>
            <a:solidFill>
              <a:srgbClr val="94C46F"/>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sz="1400" dirty="0"/>
              <a:t>1</a:t>
            </a:r>
            <a:endParaRPr lang="en-US" dirty="0"/>
          </a:p>
        </p:txBody>
      </p:sp>
      <p:sp>
        <p:nvSpPr>
          <p:cNvPr id="9" name="Oval 8">
            <a:extLst>
              <a:ext uri="{FF2B5EF4-FFF2-40B4-BE49-F238E27FC236}">
                <a16:creationId xmlns:a16="http://schemas.microsoft.com/office/drawing/2014/main" id="{8E984AB7-EF75-44A4-AB87-B372E5B32EB0}"/>
              </a:ext>
            </a:extLst>
          </p:cNvPr>
          <p:cNvSpPr/>
          <p:nvPr/>
        </p:nvSpPr>
        <p:spPr>
          <a:xfrm>
            <a:off x="4270487" y="1783080"/>
            <a:ext cx="216024" cy="216024"/>
          </a:xfrm>
          <a:prstGeom prst="ellipse">
            <a:avLst/>
          </a:prstGeom>
          <a:solidFill>
            <a:srgbClr val="94C46F"/>
          </a:solidFill>
          <a:ln>
            <a:solidFill>
              <a:srgbClr val="94C46F"/>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sz="1400" dirty="0"/>
              <a:t>2</a:t>
            </a:r>
            <a:endParaRPr lang="en-US" dirty="0"/>
          </a:p>
        </p:txBody>
      </p:sp>
      <p:sp>
        <p:nvSpPr>
          <p:cNvPr id="9" name="Oval 8">
            <a:extLst>
              <a:ext uri="{FF2B5EF4-FFF2-40B4-BE49-F238E27FC236}">
                <a16:creationId xmlns:a16="http://schemas.microsoft.com/office/drawing/2014/main" id="{8E984AB7-EF75-44A4-AB87-B372E5B32EB0}"/>
              </a:ext>
            </a:extLst>
          </p:cNvPr>
          <p:cNvSpPr/>
          <p:nvPr/>
        </p:nvSpPr>
        <p:spPr>
          <a:xfrm>
            <a:off x="5214653" y="1783080"/>
            <a:ext cx="216024" cy="216024"/>
          </a:xfrm>
          <a:prstGeom prst="ellipse">
            <a:avLst/>
          </a:prstGeom>
          <a:solidFill>
            <a:srgbClr val="94C46F"/>
          </a:solidFill>
          <a:ln>
            <a:solidFill>
              <a:srgbClr val="94C46F"/>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sz="1400" dirty="0"/>
              <a:t>3</a:t>
            </a:r>
            <a:endParaRPr lang="en-US" dirty="0"/>
          </a:p>
        </p:txBody>
      </p:sp>
      <p:sp>
        <p:nvSpPr>
          <p:cNvPr id="9" name="Oval 8">
            <a:extLst>
              <a:ext uri="{FF2B5EF4-FFF2-40B4-BE49-F238E27FC236}">
                <a16:creationId xmlns:a16="http://schemas.microsoft.com/office/drawing/2014/main" id="{8E984AB7-EF75-44A4-AB87-B372E5B32EB0}"/>
              </a:ext>
            </a:extLst>
          </p:cNvPr>
          <p:cNvSpPr/>
          <p:nvPr/>
        </p:nvSpPr>
        <p:spPr>
          <a:xfrm>
            <a:off x="2245615" y="3708655"/>
            <a:ext cx="216024" cy="216024"/>
          </a:xfrm>
          <a:prstGeom prst="ellipse">
            <a:avLst/>
          </a:prstGeom>
          <a:solidFill>
            <a:srgbClr val="94C46F"/>
          </a:solidFill>
          <a:ln>
            <a:solidFill>
              <a:srgbClr val="94C46F"/>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sz="1400" dirty="0"/>
              <a:t>4</a:t>
            </a:r>
            <a:endParaRPr lang="en-US" dirty="0"/>
          </a:p>
        </p:txBody>
      </p:sp>
      <p:graphicFrame>
        <p:nvGraphicFramePr>
          <p:cNvPr id="4" name="Table 3">
            <a:extLst>
              <a:ext uri="{FF2B5EF4-FFF2-40B4-BE49-F238E27FC236}">
                <a16:creationId xmlns:a16="http://schemas.microsoft.com/office/drawing/2014/main" id="{ECD141EA-C744-4381-9930-2699EC03EE67}"/>
              </a:ext>
            </a:extLst>
          </p:cNvPr>
          <p:cNvGraphicFramePr>
            <a:graphicFrameLocks noGrp="1"/>
          </p:cNvGraphicFramePr>
          <p:nvPr>
            <p:extLst>
              <p:ext uri="{D42A27DB-BD31-4B8C-83A1-F6EECF244321}">
                <p14:modId xmlns:p14="http://schemas.microsoft.com/office/powerpoint/2010/main" val="1663403640"/>
              </p:ext>
            </p:extLst>
          </p:nvPr>
        </p:nvGraphicFramePr>
        <p:xfrm>
          <a:off x="6035040" y="1783080"/>
          <a:ext cx="2788920" cy="2068890"/>
        </p:xfrm>
        <a:graphic>
          <a:graphicData uri="http://schemas.openxmlformats.org/drawingml/2006/table">
            <a:tbl>
              <a:tblPr firstRow="1" bandRow="1">
                <a:tableStyleId>{5C22544A-7EE6-4342-B048-85BDC9FD1C3A}</a:tableStyleId>
              </a:tblPr>
              <a:tblGrid>
                <a:gridCol w="411480">
                  <a:extLst>
                    <a:ext uri="{9D8B030D-6E8A-4147-A177-3AD203B41FA5}">
                      <a16:colId xmlns:a16="http://schemas.microsoft.com/office/drawing/2014/main" val="78765453"/>
                    </a:ext>
                  </a:extLst>
                </a:gridCol>
                <a:gridCol w="2377440">
                  <a:extLst>
                    <a:ext uri="{9D8B030D-6E8A-4147-A177-3AD203B41FA5}">
                      <a16:colId xmlns:a16="http://schemas.microsoft.com/office/drawing/2014/main" val="3768374184"/>
                    </a:ext>
                  </a:extLst>
                </a:gridCol>
              </a:tblGrid>
              <a:tr h="240965">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900" b="1">
                          <a:solidFill>
                            <a:srgbClr val="FFFFFF"/>
                          </a:solidFill>
                          <a:latin typeface="Arial"/>
                        </a:rPr>
                        <a:t>No.</a:t>
                      </a:r>
                    </a:p>
                  </a:txBody>
                  <a:tcPr/>
                </a:tc>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900" b="1">
                          <a:solidFill>
                            <a:srgbClr val="FFFFFF"/>
                          </a:solidFill>
                          <a:latin typeface="Arial"/>
                        </a:rPr>
                        <a:t>Description</a:t>
                      </a:r>
                    </a:p>
                  </a:txBody>
                  <a:tcPr/>
                </a:tc>
                <a:extLst>
                  <a:ext uri="{0D108BD9-81ED-4DB2-BD59-A6C34878D82A}">
                    <a16:rowId xmlns:a16="http://schemas.microsoft.com/office/drawing/2014/main" val="1433768151"/>
                  </a:ext>
                </a:extLst>
              </a:tr>
              <a:tr h="368534">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850" b="0">
                          <a:solidFill>
                            <a:srgbClr val="262626"/>
                          </a:solidFill>
                          <a:latin typeface="Arial"/>
                        </a:rPr>
                        <a:t>1</a:t>
                      </a:r>
                    </a:p>
                  </a:txBody>
                  <a:tcPr/>
                </a:tc>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850" b="0">
                          <a:solidFill>
                            <a:srgbClr val="262626"/>
                          </a:solidFill>
                          <a:latin typeface="Arial"/>
                        </a:rPr>
                        <a:t>Section, category and number of titles.</a:t>
                      </a:r>
                    </a:p>
                  </a:txBody>
                  <a:tcPr/>
                </a:tc>
                <a:extLst>
                  <a:ext uri="{0D108BD9-81ED-4DB2-BD59-A6C34878D82A}">
                    <a16:rowId xmlns:a16="http://schemas.microsoft.com/office/drawing/2014/main" val="3432369760"/>
                  </a:ext>
                </a:extLst>
              </a:tr>
              <a:tr h="226790">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850" b="0">
                          <a:solidFill>
                            <a:srgbClr val="262626"/>
                          </a:solidFill>
                          <a:latin typeface="Arial"/>
                        </a:rPr>
                        <a:t>2</a:t>
                      </a:r>
                    </a:p>
                  </a:txBody>
                  <a:tcPr/>
                </a:tc>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850" b="0">
                          <a:solidFill>
                            <a:srgbClr val="262626"/>
                          </a:solidFill>
                          <a:latin typeface="Arial"/>
                        </a:rPr>
                        <a:t>"Search" in this category.</a:t>
                      </a:r>
                    </a:p>
                  </a:txBody>
                  <a:tcPr/>
                </a:tc>
                <a:extLst>
                  <a:ext uri="{0D108BD9-81ED-4DB2-BD59-A6C34878D82A}">
                    <a16:rowId xmlns:a16="http://schemas.microsoft.com/office/drawing/2014/main" val="1328630216"/>
                  </a:ext>
                </a:extLst>
              </a:tr>
              <a:tr h="226790">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850" b="0">
                          <a:solidFill>
                            <a:srgbClr val="262626"/>
                          </a:solidFill>
                          <a:latin typeface="Arial"/>
                        </a:rPr>
                        <a:t>3</a:t>
                      </a:r>
                    </a:p>
                  </a:txBody>
                  <a:tcPr/>
                </a:tc>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marL="0" marR="0" lvl="0" indent="0" algn="l" defTabSz="914400" rtl="0" eaLnBrk="1" fontAlgn="b" latinLnBrk="0" hangingPunct="1">
                        <a:lnSpc>
                          <a:spcPct val="100000"/>
                        </a:lnSpc>
                        <a:spcBef>
                          <a:spcPts val="0"/>
                        </a:spcBef>
                        <a:spcAft>
                          <a:spcPts val="0"/>
                        </a:spcAft>
                        <a:buClrTx/>
                        <a:buSzTx/>
                        <a:buFontTx/>
                        <a:buNone/>
                        <a:tabLst/>
                        <a:defRPr/>
                      </a:pPr>
                      <a:r>
                        <a:rPr sz="850" b="0">
                          <a:solidFill>
                            <a:srgbClr val="262626"/>
                          </a:solidFill>
                          <a:latin typeface="Arial"/>
                        </a:rPr>
                        <a:t>"Sort": source order, A–Z, year, recently added, rating.</a:t>
                      </a:r>
                    </a:p>
                  </a:txBody>
                  <a:tcPr/>
                </a:tc>
                <a:extLst>
                  <a:ext uri="{0D108BD9-81ED-4DB2-BD59-A6C34878D82A}">
                    <a16:rowId xmlns:a16="http://schemas.microsoft.com/office/drawing/2014/main" val="3379408515"/>
                  </a:ext>
                </a:extLst>
              </a:tr>
              <a:tr h="226790">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850" b="0">
                          <a:solidFill>
                            <a:srgbClr val="262626"/>
                          </a:solidFill>
                          <a:latin typeface="Arial"/>
                        </a:rPr>
                        <a:t>4</a:t>
                      </a:r>
                    </a:p>
                  </a:txBody>
                  <a:tcPr/>
                </a:tc>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850" b="0">
                          <a:solidFill>
                            <a:srgbClr val="262626"/>
                          </a:solidFill>
                          <a:latin typeface="Arial"/>
                        </a:rPr>
                        <a:t>Grid of titles. OK opens the details.</a:t>
                      </a:r>
                    </a:p>
                  </a:txBody>
                  <a:tcPr/>
                </a:tc>
                <a:extLst>
                  <a:ext uri="{0D108BD9-81ED-4DB2-BD59-A6C34878D82A}">
                    <a16:rowId xmlns:a16="http://schemas.microsoft.com/office/drawing/2014/main" val="3928309716"/>
                  </a:ext>
                </a:extLst>
              </a:tr>
            </a:tbl>
          </a:graphicData>
        </a:graphic>
      </p:graphicFrame>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Menus and Functions</a:t>
            </a:r>
          </a:p>
        </p:txBody>
      </p:sp>
      <p:sp>
        <p:nvSpPr>
          <p:cNvPr id="3" name="Slide Number Placeholder 2"/>
          <p:cNvSpPr>
            <a:spLocks noGrp="1"/>
          </p:cNvSpPr>
          <p:nvPr>
            <p:ph type="sldNum" sz="quarter" idx="4"/>
          </p:nvPr>
        </p:nvSpPr>
        <p:spPr/>
        <p:txBody>
          <a:bodyPr/>
          <a:lstStyle/>
          <a:p>
            <a:fld id="{42AF35AD-09C2-4EBD-8934-72FD947EF48F}" type="slidenum">
              <a:rPr lang="pl-PL" smtClean="0"/>
              <a:pPr/>
              <a:t>16</a:t>
            </a:fld>
            <a:endParaRPr lang="pl-PL" dirty="0"/>
          </a:p>
        </p:txBody>
      </p:sp>
      <p:sp>
        <p:nvSpPr>
          <p:cNvPr id="7" name="제목 1"/>
          <p:cNvSpPr txBox="1">
            <a:spLocks/>
          </p:cNvSpPr>
          <p:nvPr/>
        </p:nvSpPr>
        <p:spPr>
          <a:xfrm>
            <a:off x="2123728" y="980728"/>
            <a:ext cx="6563072" cy="615603"/>
          </a:xfrm>
          <a:prstGeom prst="rect">
            <a:avLst/>
          </a:prstGeom>
        </p:spPr>
        <p:txBody>
          <a:bodyPr vert="horz" lIns="91440" tIns="45720" rIns="91440" bIns="45720" rtlCol="0" anchor="ctr">
            <a:noAutofit/>
          </a:bodyPr>
          <a:lstStyle>
            <a:lvl1pPr algn="r" rtl="0" eaLnBrk="1" latinLnBrk="1" hangingPunct="1">
              <a:spcBef>
                <a:spcPct val="0"/>
              </a:spcBef>
              <a:buNone/>
              <a:defRPr kumimoji="0" sz="2800" b="0" kern="1200">
                <a:ln>
                  <a:noFill/>
                </a:ln>
                <a:solidFill>
                  <a:srgbClr val="374971"/>
                </a:solidFill>
                <a:effectLst/>
                <a:latin typeface="+mj-lt"/>
                <a:ea typeface="+mj-ea"/>
                <a:cs typeface="+mj-cs"/>
              </a:defRPr>
            </a:lvl1pPr>
          </a:lstStyle>
          <a:p>
            <a:pPr latinLnBrk="0" eaLnBrk="1"/>
            <a:r>
              <a:rPr>
                <a:solidFill>
                  <a:srgbClr val="34497A"/>
                </a:solidFill>
              </a:rPr>
              <a:t>Movie details</a:t>
            </a:r>
          </a:p>
        </p:txBody>
      </p:sp>
      <p:pic>
        <p:nvPicPr>
          <p:cNvPr id="8" name="Picture 7" descr="ui_10_movie_detail.jpg"/>
          <p:cNvPicPr>
            <a:picLocks noChangeAspect="1"/>
          </p:cNvPicPr>
          <p:nvPr/>
        </p:nvPicPr>
        <p:blipFill>
          <a:blip r:embed="rId2"/>
          <a:stretch>
            <a:fillRect/>
          </a:stretch>
        </p:blipFill>
        <p:spPr>
          <a:xfrm>
            <a:off x="320040" y="1783080"/>
            <a:ext cx="5577840" cy="3137535"/>
          </a:xfrm>
          <a:prstGeom prst="rect">
            <a:avLst/>
          </a:prstGeom>
        </p:spPr>
      </p:pic>
      <p:sp>
        <p:nvSpPr>
          <p:cNvPr id="9" name="Oval 8">
            <a:extLst>
              <a:ext uri="{FF2B5EF4-FFF2-40B4-BE49-F238E27FC236}">
                <a16:creationId xmlns:a16="http://schemas.microsoft.com/office/drawing/2014/main" id="{8E984AB7-EF75-44A4-AB87-B372E5B32EB0}"/>
              </a:ext>
            </a:extLst>
          </p:cNvPr>
          <p:cNvSpPr/>
          <p:nvPr/>
        </p:nvSpPr>
        <p:spPr>
          <a:xfrm>
            <a:off x="1583247" y="2546605"/>
            <a:ext cx="216024" cy="216024"/>
          </a:xfrm>
          <a:prstGeom prst="ellipse">
            <a:avLst/>
          </a:prstGeom>
          <a:solidFill>
            <a:srgbClr val="94C46F"/>
          </a:solidFill>
          <a:ln>
            <a:solidFill>
              <a:srgbClr val="94C46F"/>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sz="1400" dirty="0"/>
              <a:t>1</a:t>
            </a:r>
            <a:endParaRPr lang="en-US" dirty="0"/>
          </a:p>
        </p:txBody>
      </p:sp>
      <p:sp>
        <p:nvSpPr>
          <p:cNvPr id="9" name="Oval 8">
            <a:extLst>
              <a:ext uri="{FF2B5EF4-FFF2-40B4-BE49-F238E27FC236}">
                <a16:creationId xmlns:a16="http://schemas.microsoft.com/office/drawing/2014/main" id="{8E984AB7-EF75-44A4-AB87-B372E5B32EB0}"/>
              </a:ext>
            </a:extLst>
          </p:cNvPr>
          <p:cNvSpPr/>
          <p:nvPr/>
        </p:nvSpPr>
        <p:spPr>
          <a:xfrm>
            <a:off x="1600677" y="2892315"/>
            <a:ext cx="216024" cy="216024"/>
          </a:xfrm>
          <a:prstGeom prst="ellipse">
            <a:avLst/>
          </a:prstGeom>
          <a:solidFill>
            <a:srgbClr val="94C46F"/>
          </a:solidFill>
          <a:ln>
            <a:solidFill>
              <a:srgbClr val="94C46F"/>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sz="1400" dirty="0"/>
              <a:t>2</a:t>
            </a:r>
            <a:endParaRPr lang="en-US" dirty="0"/>
          </a:p>
        </p:txBody>
      </p:sp>
      <p:sp>
        <p:nvSpPr>
          <p:cNvPr id="9" name="Oval 8">
            <a:extLst>
              <a:ext uri="{FF2B5EF4-FFF2-40B4-BE49-F238E27FC236}">
                <a16:creationId xmlns:a16="http://schemas.microsoft.com/office/drawing/2014/main" id="{8E984AB7-EF75-44A4-AB87-B372E5B32EB0}"/>
              </a:ext>
            </a:extLst>
          </p:cNvPr>
          <p:cNvSpPr/>
          <p:nvPr/>
        </p:nvSpPr>
        <p:spPr>
          <a:xfrm>
            <a:off x="1589057" y="3412332"/>
            <a:ext cx="216024" cy="216024"/>
          </a:xfrm>
          <a:prstGeom prst="ellipse">
            <a:avLst/>
          </a:prstGeom>
          <a:solidFill>
            <a:srgbClr val="94C46F"/>
          </a:solidFill>
          <a:ln>
            <a:solidFill>
              <a:srgbClr val="94C46F"/>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sz="1400" dirty="0"/>
              <a:t>3</a:t>
            </a:r>
            <a:endParaRPr lang="en-US" dirty="0"/>
          </a:p>
        </p:txBody>
      </p:sp>
      <p:sp>
        <p:nvSpPr>
          <p:cNvPr id="9" name="Oval 8">
            <a:extLst>
              <a:ext uri="{FF2B5EF4-FFF2-40B4-BE49-F238E27FC236}">
                <a16:creationId xmlns:a16="http://schemas.microsoft.com/office/drawing/2014/main" id="{8E984AB7-EF75-44A4-AB87-B372E5B32EB0}"/>
              </a:ext>
            </a:extLst>
          </p:cNvPr>
          <p:cNvSpPr/>
          <p:nvPr/>
        </p:nvSpPr>
        <p:spPr>
          <a:xfrm>
            <a:off x="2495456" y="3598260"/>
            <a:ext cx="216024" cy="216024"/>
          </a:xfrm>
          <a:prstGeom prst="ellipse">
            <a:avLst/>
          </a:prstGeom>
          <a:solidFill>
            <a:srgbClr val="94C46F"/>
          </a:solidFill>
          <a:ln>
            <a:solidFill>
              <a:srgbClr val="94C46F"/>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sz="1400" dirty="0"/>
              <a:t>4</a:t>
            </a:r>
            <a:endParaRPr lang="en-US" dirty="0"/>
          </a:p>
        </p:txBody>
      </p:sp>
      <p:sp>
        <p:nvSpPr>
          <p:cNvPr id="9" name="Oval 8">
            <a:extLst>
              <a:ext uri="{FF2B5EF4-FFF2-40B4-BE49-F238E27FC236}">
                <a16:creationId xmlns:a16="http://schemas.microsoft.com/office/drawing/2014/main" id="{8E984AB7-EF75-44A4-AB87-B372E5B32EB0}"/>
              </a:ext>
            </a:extLst>
          </p:cNvPr>
          <p:cNvSpPr/>
          <p:nvPr/>
        </p:nvSpPr>
        <p:spPr>
          <a:xfrm>
            <a:off x="2771443" y="3598260"/>
            <a:ext cx="216024" cy="216024"/>
          </a:xfrm>
          <a:prstGeom prst="ellipse">
            <a:avLst/>
          </a:prstGeom>
          <a:solidFill>
            <a:srgbClr val="94C46F"/>
          </a:solidFill>
          <a:ln>
            <a:solidFill>
              <a:srgbClr val="94C46F"/>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sz="1400" dirty="0"/>
              <a:t>5</a:t>
            </a:r>
            <a:endParaRPr lang="en-US" dirty="0"/>
          </a:p>
        </p:txBody>
      </p:sp>
      <p:sp>
        <p:nvSpPr>
          <p:cNvPr id="9" name="Oval 8">
            <a:extLst>
              <a:ext uri="{FF2B5EF4-FFF2-40B4-BE49-F238E27FC236}">
                <a16:creationId xmlns:a16="http://schemas.microsoft.com/office/drawing/2014/main" id="{8E984AB7-EF75-44A4-AB87-B372E5B32EB0}"/>
              </a:ext>
            </a:extLst>
          </p:cNvPr>
          <p:cNvSpPr/>
          <p:nvPr/>
        </p:nvSpPr>
        <p:spPr>
          <a:xfrm>
            <a:off x="3050335" y="3598260"/>
            <a:ext cx="216024" cy="216024"/>
          </a:xfrm>
          <a:prstGeom prst="ellipse">
            <a:avLst/>
          </a:prstGeom>
          <a:solidFill>
            <a:srgbClr val="94C46F"/>
          </a:solidFill>
          <a:ln>
            <a:solidFill>
              <a:srgbClr val="94C46F"/>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sz="1400" dirty="0"/>
              <a:t>6</a:t>
            </a:r>
            <a:endParaRPr lang="en-US" dirty="0"/>
          </a:p>
        </p:txBody>
      </p:sp>
      <p:sp>
        <p:nvSpPr>
          <p:cNvPr id="9" name="Oval 8">
            <a:extLst>
              <a:ext uri="{FF2B5EF4-FFF2-40B4-BE49-F238E27FC236}">
                <a16:creationId xmlns:a16="http://schemas.microsoft.com/office/drawing/2014/main" id="{8E984AB7-EF75-44A4-AB87-B372E5B32EB0}"/>
              </a:ext>
            </a:extLst>
          </p:cNvPr>
          <p:cNvSpPr/>
          <p:nvPr/>
        </p:nvSpPr>
        <p:spPr>
          <a:xfrm>
            <a:off x="3329227" y="3598260"/>
            <a:ext cx="216024" cy="216024"/>
          </a:xfrm>
          <a:prstGeom prst="ellipse">
            <a:avLst/>
          </a:prstGeom>
          <a:solidFill>
            <a:srgbClr val="94C46F"/>
          </a:solidFill>
          <a:ln>
            <a:solidFill>
              <a:srgbClr val="94C46F"/>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sz="1400" dirty="0"/>
              <a:t>7</a:t>
            </a:r>
            <a:endParaRPr lang="en-US" dirty="0"/>
          </a:p>
        </p:txBody>
      </p:sp>
      <p:sp>
        <p:nvSpPr>
          <p:cNvPr id="9" name="Oval 8">
            <a:extLst>
              <a:ext uri="{FF2B5EF4-FFF2-40B4-BE49-F238E27FC236}">
                <a16:creationId xmlns:a16="http://schemas.microsoft.com/office/drawing/2014/main" id="{8E984AB7-EF75-44A4-AB87-B372E5B32EB0}"/>
              </a:ext>
            </a:extLst>
          </p:cNvPr>
          <p:cNvSpPr/>
          <p:nvPr/>
        </p:nvSpPr>
        <p:spPr>
          <a:xfrm>
            <a:off x="1504808" y="3961401"/>
            <a:ext cx="216024" cy="216024"/>
          </a:xfrm>
          <a:prstGeom prst="ellipse">
            <a:avLst/>
          </a:prstGeom>
          <a:solidFill>
            <a:srgbClr val="94C46F"/>
          </a:solidFill>
          <a:ln>
            <a:solidFill>
              <a:srgbClr val="94C46F"/>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sz="1400" dirty="0"/>
              <a:t>8</a:t>
            </a:r>
            <a:endParaRPr lang="en-US" dirty="0"/>
          </a:p>
        </p:txBody>
      </p:sp>
      <p:graphicFrame>
        <p:nvGraphicFramePr>
          <p:cNvPr id="4" name="Table 3">
            <a:extLst>
              <a:ext uri="{FF2B5EF4-FFF2-40B4-BE49-F238E27FC236}">
                <a16:creationId xmlns:a16="http://schemas.microsoft.com/office/drawing/2014/main" id="{ECD141EA-C744-4381-9930-2699EC03EE67}"/>
              </a:ext>
            </a:extLst>
          </p:cNvPr>
          <p:cNvGraphicFramePr>
            <a:graphicFrameLocks noGrp="1"/>
          </p:cNvGraphicFramePr>
          <p:nvPr>
            <p:extLst>
              <p:ext uri="{D42A27DB-BD31-4B8C-83A1-F6EECF244321}">
                <p14:modId xmlns:p14="http://schemas.microsoft.com/office/powerpoint/2010/main" val="1663403640"/>
              </p:ext>
            </p:extLst>
          </p:nvPr>
        </p:nvGraphicFramePr>
        <p:xfrm>
          <a:off x="6035040" y="1783080"/>
          <a:ext cx="2788920" cy="2068890"/>
        </p:xfrm>
        <a:graphic>
          <a:graphicData uri="http://schemas.openxmlformats.org/drawingml/2006/table">
            <a:tbl>
              <a:tblPr firstRow="1" bandRow="1">
                <a:tableStyleId>{5C22544A-7EE6-4342-B048-85BDC9FD1C3A}</a:tableStyleId>
              </a:tblPr>
              <a:tblGrid>
                <a:gridCol w="411480">
                  <a:extLst>
                    <a:ext uri="{9D8B030D-6E8A-4147-A177-3AD203B41FA5}">
                      <a16:colId xmlns:a16="http://schemas.microsoft.com/office/drawing/2014/main" val="78765453"/>
                    </a:ext>
                  </a:extLst>
                </a:gridCol>
                <a:gridCol w="2377440">
                  <a:extLst>
                    <a:ext uri="{9D8B030D-6E8A-4147-A177-3AD203B41FA5}">
                      <a16:colId xmlns:a16="http://schemas.microsoft.com/office/drawing/2014/main" val="3768374184"/>
                    </a:ext>
                  </a:extLst>
                </a:gridCol>
              </a:tblGrid>
              <a:tr h="240965">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900" b="1">
                          <a:solidFill>
                            <a:srgbClr val="FFFFFF"/>
                          </a:solidFill>
                          <a:latin typeface="Arial"/>
                        </a:rPr>
                        <a:t>No.</a:t>
                      </a:r>
                    </a:p>
                  </a:txBody>
                  <a:tcPr/>
                </a:tc>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900" b="1">
                          <a:solidFill>
                            <a:srgbClr val="FFFFFF"/>
                          </a:solidFill>
                          <a:latin typeface="Arial"/>
                        </a:rPr>
                        <a:t>Description</a:t>
                      </a:r>
                    </a:p>
                  </a:txBody>
                  <a:tcPr/>
                </a:tc>
                <a:extLst>
                  <a:ext uri="{0D108BD9-81ED-4DB2-BD59-A6C34878D82A}">
                    <a16:rowId xmlns:a16="http://schemas.microsoft.com/office/drawing/2014/main" val="1433768151"/>
                  </a:ext>
                </a:extLst>
              </a:tr>
              <a:tr h="368534">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850" b="0">
                          <a:solidFill>
                            <a:srgbClr val="262626"/>
                          </a:solidFill>
                          <a:latin typeface="Arial"/>
                        </a:rPr>
                        <a:t>1</a:t>
                      </a:r>
                    </a:p>
                  </a:txBody>
                  <a:tcPr/>
                </a:tc>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850" b="0">
                          <a:solidFill>
                            <a:srgbClr val="262626"/>
                          </a:solidFill>
                          <a:latin typeface="Arial"/>
                        </a:rPr>
                        <a:t>Title, year, duration and rating.</a:t>
                      </a:r>
                    </a:p>
                  </a:txBody>
                  <a:tcPr/>
                </a:tc>
                <a:extLst>
                  <a:ext uri="{0D108BD9-81ED-4DB2-BD59-A6C34878D82A}">
                    <a16:rowId xmlns:a16="http://schemas.microsoft.com/office/drawing/2014/main" val="3432369760"/>
                  </a:ext>
                </a:extLst>
              </a:tr>
              <a:tr h="226790">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850" b="0">
                          <a:solidFill>
                            <a:srgbClr val="262626"/>
                          </a:solidFill>
                          <a:latin typeface="Arial"/>
                        </a:rPr>
                        <a:t>2</a:t>
                      </a:r>
                    </a:p>
                  </a:txBody>
                  <a:tcPr/>
                </a:tc>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850" b="0">
                          <a:solidFill>
                            <a:srgbClr val="262626"/>
                          </a:solidFill>
                          <a:latin typeface="Arial"/>
                        </a:rPr>
                        <a:t>Category and genres.</a:t>
                      </a:r>
                    </a:p>
                  </a:txBody>
                  <a:tcPr/>
                </a:tc>
                <a:extLst>
                  <a:ext uri="{0D108BD9-81ED-4DB2-BD59-A6C34878D82A}">
                    <a16:rowId xmlns:a16="http://schemas.microsoft.com/office/drawing/2014/main" val="1328630216"/>
                  </a:ext>
                </a:extLst>
              </a:tr>
              <a:tr h="226790">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850" b="0">
                          <a:solidFill>
                            <a:srgbClr val="262626"/>
                          </a:solidFill>
                          <a:latin typeface="Arial"/>
                        </a:rPr>
                        <a:t>3</a:t>
                      </a:r>
                    </a:p>
                  </a:txBody>
                  <a:tcPr/>
                </a:tc>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marL="0" marR="0" lvl="0" indent="0" algn="l" defTabSz="914400" rtl="0" eaLnBrk="1" fontAlgn="b" latinLnBrk="0" hangingPunct="1">
                        <a:lnSpc>
                          <a:spcPct val="100000"/>
                        </a:lnSpc>
                        <a:spcBef>
                          <a:spcPts val="0"/>
                        </a:spcBef>
                        <a:spcAft>
                          <a:spcPts val="0"/>
                        </a:spcAft>
                        <a:buClrTx/>
                        <a:buSzTx/>
                        <a:buFontTx/>
                        <a:buNone/>
                        <a:tabLst/>
                        <a:defRPr/>
                      </a:pPr>
                      <a:r>
                        <a:rPr sz="850" b="0">
                          <a:solidFill>
                            <a:srgbClr val="262626"/>
                          </a:solidFill>
                          <a:latin typeface="Arial"/>
                        </a:rPr>
                        <a:t>"Watch" (or "Resume from …").</a:t>
                      </a:r>
                    </a:p>
                  </a:txBody>
                  <a:tcPr/>
                </a:tc>
                <a:extLst>
                  <a:ext uri="{0D108BD9-81ED-4DB2-BD59-A6C34878D82A}">
                    <a16:rowId xmlns:a16="http://schemas.microsoft.com/office/drawing/2014/main" val="3379408515"/>
                  </a:ext>
                </a:extLst>
              </a:tr>
              <a:tr h="226790">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850" b="0">
                          <a:solidFill>
                            <a:srgbClr val="262626"/>
                          </a:solidFill>
                          <a:latin typeface="Arial"/>
                        </a:rPr>
                        <a:t>4</a:t>
                      </a:r>
                    </a:p>
                  </a:txBody>
                  <a:tcPr/>
                </a:tc>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850" b="0">
                          <a:solidFill>
                            <a:srgbClr val="262626"/>
                          </a:solidFill>
                          <a:latin typeface="Arial"/>
                        </a:rPr>
                        <a:t>"+ My List".</a:t>
                      </a:r>
                    </a:p>
                  </a:txBody>
                  <a:tcPr/>
                </a:tc>
                <a:extLst>
                  <a:ext uri="{0D108BD9-81ED-4DB2-BD59-A6C34878D82A}">
                    <a16:rowId xmlns:a16="http://schemas.microsoft.com/office/drawing/2014/main" val="3928309716"/>
                  </a:ext>
                </a:extLst>
              </a:tr>
              <a:tr h="368534">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850" b="0">
                          <a:solidFill>
                            <a:srgbClr val="262626"/>
                          </a:solidFill>
                          <a:latin typeface="Arial"/>
                        </a:rPr>
                        <a:t>5</a:t>
                      </a:r>
                    </a:p>
                  </a:txBody>
                  <a:tcPr/>
                </a:tc>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850" b="0">
                          <a:solidFill>
                            <a:srgbClr val="262626"/>
                          </a:solidFill>
                          <a:latin typeface="Arial"/>
                        </a:rPr>
                        <a:t>Trailer (available with a TMDB key).</a:t>
                      </a:r>
                    </a:p>
                  </a:txBody>
                  <a:tcPr/>
                </a:tc>
                <a:extLst>
                  <a:ext uri="{0D108BD9-81ED-4DB2-BD59-A6C34878D82A}">
                    <a16:rowId xmlns:a16="http://schemas.microsoft.com/office/drawing/2014/main" val="2037391808"/>
                  </a:ext>
                </a:extLst>
              </a:tr>
              <a:tr h="285810">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850" b="0">
                          <a:solidFill>
                            <a:srgbClr val="262626"/>
                          </a:solidFill>
                          <a:latin typeface="Arial"/>
                        </a:rPr>
                        <a:t>6</a:t>
                      </a:r>
                    </a:p>
                  </a:txBody>
                  <a:tcPr/>
                </a:tc>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850" b="0">
                          <a:solidFill>
                            <a:srgbClr val="262626"/>
                          </a:solidFill>
                          <a:latin typeface="Arial"/>
                        </a:rPr>
                        <a:t>"Similar" titles.</a:t>
                      </a:r>
                    </a:p>
                  </a:txBody>
                  <a:tcPr/>
                </a:tc>
                <a:extLst>
                  <a:ext uri="{0D108BD9-81ED-4DB2-BD59-A6C34878D82A}">
                    <a16:rowId xmlns:a16="http://schemas.microsoft.com/office/drawing/2014/main" val="3419888650"/>
                  </a:ext>
                </a:extLst>
              </a:tr>
              <a:tr h="368534">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850" b="0">
                          <a:solidFill>
                            <a:srgbClr val="262626"/>
                          </a:solidFill>
                          <a:latin typeface="Arial"/>
                        </a:rPr>
                        <a:t>7</a:t>
                      </a:r>
                    </a:p>
                  </a:txBody>
                  <a:tcPr/>
                </a:tc>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850" b="0">
                          <a:solidFill>
                            <a:srgbClr val="262626"/>
                          </a:solidFill>
                          <a:latin typeface="Arial"/>
                        </a:rPr>
                        <a:t>"Mark as watched".</a:t>
                      </a:r>
                    </a:p>
                  </a:txBody>
                  <a:tcPr/>
                </a:tc>
                <a:extLst>
                  <a:ext uri="{0D108BD9-81ED-4DB2-BD59-A6C34878D82A}">
                    <a16:rowId xmlns:a16="http://schemas.microsoft.com/office/drawing/2014/main" val="3432369760"/>
                  </a:ext>
                </a:extLst>
              </a:tr>
              <a:tr h="226790">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850" b="0">
                          <a:solidFill>
                            <a:srgbClr val="262626"/>
                          </a:solidFill>
                          <a:latin typeface="Arial"/>
                        </a:rPr>
                        <a:t>8</a:t>
                      </a:r>
                    </a:p>
                  </a:txBody>
                  <a:tcPr/>
                </a:tc>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850" b="0">
                          <a:solidFill>
                            <a:srgbClr val="262626"/>
                          </a:solidFill>
                          <a:latin typeface="Arial"/>
                        </a:rPr>
                        <a:t>Tabs: Details, Cast, Similar.</a:t>
                      </a:r>
                    </a:p>
                  </a:txBody>
                  <a:tcPr/>
                </a:tc>
                <a:extLst>
                  <a:ext uri="{0D108BD9-81ED-4DB2-BD59-A6C34878D82A}">
                    <a16:rowId xmlns:a16="http://schemas.microsoft.com/office/drawing/2014/main" val="1328630216"/>
                  </a:ext>
                </a:extLst>
              </a:tr>
            </a:tbl>
          </a:graphicData>
        </a:graphic>
      </p:graphicFrame>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Menus and Functions</a:t>
            </a:r>
          </a:p>
        </p:txBody>
      </p:sp>
      <p:sp>
        <p:nvSpPr>
          <p:cNvPr id="3" name="Slide Number Placeholder 2"/>
          <p:cNvSpPr>
            <a:spLocks noGrp="1"/>
          </p:cNvSpPr>
          <p:nvPr>
            <p:ph type="sldNum" sz="quarter" idx="4"/>
          </p:nvPr>
        </p:nvSpPr>
        <p:spPr/>
        <p:txBody>
          <a:bodyPr/>
          <a:lstStyle/>
          <a:p>
            <a:fld id="{42AF35AD-09C2-4EBD-8934-72FD947EF48F}" type="slidenum">
              <a:rPr lang="pl-PL" smtClean="0"/>
              <a:pPr/>
              <a:t>16</a:t>
            </a:fld>
            <a:endParaRPr lang="pl-PL" dirty="0"/>
          </a:p>
        </p:txBody>
      </p:sp>
      <p:sp>
        <p:nvSpPr>
          <p:cNvPr id="7" name="제목 1"/>
          <p:cNvSpPr txBox="1">
            <a:spLocks/>
          </p:cNvSpPr>
          <p:nvPr/>
        </p:nvSpPr>
        <p:spPr>
          <a:xfrm>
            <a:off x="2123728" y="980728"/>
            <a:ext cx="6563072" cy="615603"/>
          </a:xfrm>
          <a:prstGeom prst="rect">
            <a:avLst/>
          </a:prstGeom>
        </p:spPr>
        <p:txBody>
          <a:bodyPr vert="horz" lIns="91440" tIns="45720" rIns="91440" bIns="45720" rtlCol="0" anchor="ctr">
            <a:noAutofit/>
          </a:bodyPr>
          <a:lstStyle>
            <a:lvl1pPr algn="r" rtl="0" eaLnBrk="1" latinLnBrk="1" hangingPunct="1">
              <a:spcBef>
                <a:spcPct val="0"/>
              </a:spcBef>
              <a:buNone/>
              <a:defRPr kumimoji="0" sz="2800" b="0" kern="1200">
                <a:ln>
                  <a:noFill/>
                </a:ln>
                <a:solidFill>
                  <a:srgbClr val="374971"/>
                </a:solidFill>
                <a:effectLst/>
                <a:latin typeface="+mj-lt"/>
                <a:ea typeface="+mj-ea"/>
                <a:cs typeface="+mj-cs"/>
              </a:defRPr>
            </a:lvl1pPr>
          </a:lstStyle>
          <a:p>
            <a:pPr latinLnBrk="0" eaLnBrk="1"/>
            <a:r>
              <a:rPr>
                <a:solidFill>
                  <a:srgbClr val="34497A"/>
                </a:solidFill>
              </a:rPr>
              <a:t>Movie / episode player</a:t>
            </a:r>
          </a:p>
        </p:txBody>
      </p:sp>
      <p:pic>
        <p:nvPicPr>
          <p:cNvPr id="8" name="Picture 7" descr="ui_11_movie_player.jpg"/>
          <p:cNvPicPr>
            <a:picLocks noChangeAspect="1"/>
          </p:cNvPicPr>
          <p:nvPr/>
        </p:nvPicPr>
        <p:blipFill>
          <a:blip r:embed="rId2"/>
          <a:stretch>
            <a:fillRect/>
          </a:stretch>
        </p:blipFill>
        <p:spPr>
          <a:xfrm>
            <a:off x="320040" y="1783080"/>
            <a:ext cx="5577840" cy="3137535"/>
          </a:xfrm>
          <a:prstGeom prst="rect">
            <a:avLst/>
          </a:prstGeom>
        </p:spPr>
      </p:pic>
      <p:sp>
        <p:nvSpPr>
          <p:cNvPr id="9" name="Oval 8">
            <a:extLst>
              <a:ext uri="{FF2B5EF4-FFF2-40B4-BE49-F238E27FC236}">
                <a16:creationId xmlns:a16="http://schemas.microsoft.com/office/drawing/2014/main" id="{8E984AB7-EF75-44A4-AB87-B372E5B32EB0}"/>
              </a:ext>
            </a:extLst>
          </p:cNvPr>
          <p:cNvSpPr/>
          <p:nvPr/>
        </p:nvSpPr>
        <p:spPr>
          <a:xfrm>
            <a:off x="1170719" y="1948149"/>
            <a:ext cx="216024" cy="216024"/>
          </a:xfrm>
          <a:prstGeom prst="ellipse">
            <a:avLst/>
          </a:prstGeom>
          <a:solidFill>
            <a:srgbClr val="94C46F"/>
          </a:solidFill>
          <a:ln>
            <a:solidFill>
              <a:srgbClr val="94C46F"/>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sz="1400" dirty="0"/>
              <a:t>1</a:t>
            </a:r>
            <a:endParaRPr lang="en-US" dirty="0"/>
          </a:p>
        </p:txBody>
      </p:sp>
      <p:sp>
        <p:nvSpPr>
          <p:cNvPr id="9" name="Oval 8">
            <a:extLst>
              <a:ext uri="{FF2B5EF4-FFF2-40B4-BE49-F238E27FC236}">
                <a16:creationId xmlns:a16="http://schemas.microsoft.com/office/drawing/2014/main" id="{8E984AB7-EF75-44A4-AB87-B372E5B32EB0}"/>
              </a:ext>
            </a:extLst>
          </p:cNvPr>
          <p:cNvSpPr/>
          <p:nvPr/>
        </p:nvSpPr>
        <p:spPr>
          <a:xfrm>
            <a:off x="1838898" y="4129898"/>
            <a:ext cx="216024" cy="216024"/>
          </a:xfrm>
          <a:prstGeom prst="ellipse">
            <a:avLst/>
          </a:prstGeom>
          <a:solidFill>
            <a:srgbClr val="94C46F"/>
          </a:solidFill>
          <a:ln>
            <a:solidFill>
              <a:srgbClr val="94C46F"/>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sz="1400" dirty="0"/>
              <a:t>2</a:t>
            </a:r>
            <a:endParaRPr lang="en-US" dirty="0"/>
          </a:p>
        </p:txBody>
      </p:sp>
      <p:sp>
        <p:nvSpPr>
          <p:cNvPr id="9" name="Oval 8">
            <a:extLst>
              <a:ext uri="{FF2B5EF4-FFF2-40B4-BE49-F238E27FC236}">
                <a16:creationId xmlns:a16="http://schemas.microsoft.com/office/drawing/2014/main" id="{8E984AB7-EF75-44A4-AB87-B372E5B32EB0}"/>
              </a:ext>
            </a:extLst>
          </p:cNvPr>
          <p:cNvSpPr/>
          <p:nvPr/>
        </p:nvSpPr>
        <p:spPr>
          <a:xfrm>
            <a:off x="2216564" y="4704590"/>
            <a:ext cx="216024" cy="216024"/>
          </a:xfrm>
          <a:prstGeom prst="ellipse">
            <a:avLst/>
          </a:prstGeom>
          <a:solidFill>
            <a:srgbClr val="94C46F"/>
          </a:solidFill>
          <a:ln>
            <a:solidFill>
              <a:srgbClr val="94C46F"/>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sz="1400" dirty="0"/>
              <a:t>3</a:t>
            </a:r>
            <a:endParaRPr lang="en-US" dirty="0"/>
          </a:p>
        </p:txBody>
      </p:sp>
      <p:sp>
        <p:nvSpPr>
          <p:cNvPr id="9" name="Oval 8">
            <a:extLst>
              <a:ext uri="{FF2B5EF4-FFF2-40B4-BE49-F238E27FC236}">
                <a16:creationId xmlns:a16="http://schemas.microsoft.com/office/drawing/2014/main" id="{8E984AB7-EF75-44A4-AB87-B372E5B32EB0}"/>
              </a:ext>
            </a:extLst>
          </p:cNvPr>
          <p:cNvSpPr/>
          <p:nvPr/>
        </p:nvSpPr>
        <p:spPr>
          <a:xfrm>
            <a:off x="3117153" y="4704590"/>
            <a:ext cx="216024" cy="216024"/>
          </a:xfrm>
          <a:prstGeom prst="ellipse">
            <a:avLst/>
          </a:prstGeom>
          <a:solidFill>
            <a:srgbClr val="94C46F"/>
          </a:solidFill>
          <a:ln>
            <a:solidFill>
              <a:srgbClr val="94C46F"/>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sz="1400" dirty="0"/>
              <a:t>4</a:t>
            </a:r>
            <a:endParaRPr lang="en-US" dirty="0"/>
          </a:p>
        </p:txBody>
      </p:sp>
      <p:sp>
        <p:nvSpPr>
          <p:cNvPr id="9" name="Oval 8">
            <a:extLst>
              <a:ext uri="{FF2B5EF4-FFF2-40B4-BE49-F238E27FC236}">
                <a16:creationId xmlns:a16="http://schemas.microsoft.com/office/drawing/2014/main" id="{8E984AB7-EF75-44A4-AB87-B372E5B32EB0}"/>
              </a:ext>
            </a:extLst>
          </p:cNvPr>
          <p:cNvSpPr/>
          <p:nvPr/>
        </p:nvSpPr>
        <p:spPr>
          <a:xfrm>
            <a:off x="3747565" y="4704590"/>
            <a:ext cx="216024" cy="216024"/>
          </a:xfrm>
          <a:prstGeom prst="ellipse">
            <a:avLst/>
          </a:prstGeom>
          <a:solidFill>
            <a:srgbClr val="94C46F"/>
          </a:solidFill>
          <a:ln>
            <a:solidFill>
              <a:srgbClr val="94C46F"/>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sz="1400" dirty="0"/>
              <a:t>5</a:t>
            </a:r>
            <a:endParaRPr lang="en-US" dirty="0"/>
          </a:p>
        </p:txBody>
      </p:sp>
      <p:sp>
        <p:nvSpPr>
          <p:cNvPr id="9" name="Oval 8">
            <a:extLst>
              <a:ext uri="{FF2B5EF4-FFF2-40B4-BE49-F238E27FC236}">
                <a16:creationId xmlns:a16="http://schemas.microsoft.com/office/drawing/2014/main" id="{8E984AB7-EF75-44A4-AB87-B372E5B32EB0}"/>
              </a:ext>
            </a:extLst>
          </p:cNvPr>
          <p:cNvSpPr/>
          <p:nvPr/>
        </p:nvSpPr>
        <p:spPr>
          <a:xfrm>
            <a:off x="4122326" y="4704590"/>
            <a:ext cx="216024" cy="216024"/>
          </a:xfrm>
          <a:prstGeom prst="ellipse">
            <a:avLst/>
          </a:prstGeom>
          <a:solidFill>
            <a:srgbClr val="94C46F"/>
          </a:solidFill>
          <a:ln>
            <a:solidFill>
              <a:srgbClr val="94C46F"/>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sz="1400" dirty="0"/>
              <a:t>6</a:t>
            </a:r>
            <a:endParaRPr lang="en-US" dirty="0"/>
          </a:p>
        </p:txBody>
      </p:sp>
      <p:graphicFrame>
        <p:nvGraphicFramePr>
          <p:cNvPr id="4" name="Table 3">
            <a:extLst>
              <a:ext uri="{FF2B5EF4-FFF2-40B4-BE49-F238E27FC236}">
                <a16:creationId xmlns:a16="http://schemas.microsoft.com/office/drawing/2014/main" id="{ECD141EA-C744-4381-9930-2699EC03EE67}"/>
              </a:ext>
            </a:extLst>
          </p:cNvPr>
          <p:cNvGraphicFramePr>
            <a:graphicFrameLocks noGrp="1"/>
          </p:cNvGraphicFramePr>
          <p:nvPr>
            <p:extLst>
              <p:ext uri="{D42A27DB-BD31-4B8C-83A1-F6EECF244321}">
                <p14:modId xmlns:p14="http://schemas.microsoft.com/office/powerpoint/2010/main" val="1663403640"/>
              </p:ext>
            </p:extLst>
          </p:nvPr>
        </p:nvGraphicFramePr>
        <p:xfrm>
          <a:off x="6035040" y="1783080"/>
          <a:ext cx="2788920" cy="2068890"/>
        </p:xfrm>
        <a:graphic>
          <a:graphicData uri="http://schemas.openxmlformats.org/drawingml/2006/table">
            <a:tbl>
              <a:tblPr firstRow="1" bandRow="1">
                <a:tableStyleId>{5C22544A-7EE6-4342-B048-85BDC9FD1C3A}</a:tableStyleId>
              </a:tblPr>
              <a:tblGrid>
                <a:gridCol w="411480">
                  <a:extLst>
                    <a:ext uri="{9D8B030D-6E8A-4147-A177-3AD203B41FA5}">
                      <a16:colId xmlns:a16="http://schemas.microsoft.com/office/drawing/2014/main" val="78765453"/>
                    </a:ext>
                  </a:extLst>
                </a:gridCol>
                <a:gridCol w="2377440">
                  <a:extLst>
                    <a:ext uri="{9D8B030D-6E8A-4147-A177-3AD203B41FA5}">
                      <a16:colId xmlns:a16="http://schemas.microsoft.com/office/drawing/2014/main" val="3768374184"/>
                    </a:ext>
                  </a:extLst>
                </a:gridCol>
              </a:tblGrid>
              <a:tr h="240965">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900" b="1">
                          <a:solidFill>
                            <a:srgbClr val="FFFFFF"/>
                          </a:solidFill>
                          <a:latin typeface="Arial"/>
                        </a:rPr>
                        <a:t>No.</a:t>
                      </a:r>
                    </a:p>
                  </a:txBody>
                  <a:tcPr/>
                </a:tc>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900" b="1">
                          <a:solidFill>
                            <a:srgbClr val="FFFFFF"/>
                          </a:solidFill>
                          <a:latin typeface="Arial"/>
                        </a:rPr>
                        <a:t>Description</a:t>
                      </a:r>
                    </a:p>
                  </a:txBody>
                  <a:tcPr/>
                </a:tc>
                <a:extLst>
                  <a:ext uri="{0D108BD9-81ED-4DB2-BD59-A6C34878D82A}">
                    <a16:rowId xmlns:a16="http://schemas.microsoft.com/office/drawing/2014/main" val="1433768151"/>
                  </a:ext>
                </a:extLst>
              </a:tr>
              <a:tr h="368534">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850" b="0">
                          <a:solidFill>
                            <a:srgbClr val="262626"/>
                          </a:solidFill>
                          <a:latin typeface="Arial"/>
                        </a:rPr>
                        <a:t>1</a:t>
                      </a:r>
                    </a:p>
                  </a:txBody>
                  <a:tcPr/>
                </a:tc>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850" b="0">
                          <a:solidFill>
                            <a:srgbClr val="262626"/>
                          </a:solidFill>
                          <a:latin typeface="Arial"/>
                        </a:rPr>
                        <a:t>Title.</a:t>
                      </a:r>
                    </a:p>
                  </a:txBody>
                  <a:tcPr/>
                </a:tc>
                <a:extLst>
                  <a:ext uri="{0D108BD9-81ED-4DB2-BD59-A6C34878D82A}">
                    <a16:rowId xmlns:a16="http://schemas.microsoft.com/office/drawing/2014/main" val="3432369760"/>
                  </a:ext>
                </a:extLst>
              </a:tr>
              <a:tr h="226790">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850" b="0">
                          <a:solidFill>
                            <a:srgbClr val="262626"/>
                          </a:solidFill>
                          <a:latin typeface="Arial"/>
                        </a:rPr>
                        <a:t>2</a:t>
                      </a:r>
                    </a:p>
                  </a:txBody>
                  <a:tcPr/>
                </a:tc>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850" b="0">
                          <a:solidFill>
                            <a:srgbClr val="262626"/>
                          </a:solidFill>
                          <a:latin typeface="Arial"/>
                        </a:rPr>
                        <a:t>Position, progress and duration.</a:t>
                      </a:r>
                    </a:p>
                  </a:txBody>
                  <a:tcPr/>
                </a:tc>
                <a:extLst>
                  <a:ext uri="{0D108BD9-81ED-4DB2-BD59-A6C34878D82A}">
                    <a16:rowId xmlns:a16="http://schemas.microsoft.com/office/drawing/2014/main" val="1328630216"/>
                  </a:ext>
                </a:extLst>
              </a:tr>
              <a:tr h="226790">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850" b="0">
                          <a:solidFill>
                            <a:srgbClr val="262626"/>
                          </a:solidFill>
                          <a:latin typeface="Arial"/>
                        </a:rPr>
                        <a:t>3</a:t>
                      </a:r>
                    </a:p>
                  </a:txBody>
                  <a:tcPr/>
                </a:tc>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marL="0" marR="0" lvl="0" indent="0" algn="l" defTabSz="914400" rtl="0" eaLnBrk="1" fontAlgn="b" latinLnBrk="0" hangingPunct="1">
                        <a:lnSpc>
                          <a:spcPct val="100000"/>
                        </a:lnSpc>
                        <a:spcBef>
                          <a:spcPts val="0"/>
                        </a:spcBef>
                        <a:spcAft>
                          <a:spcPts val="0"/>
                        </a:spcAft>
                        <a:buClrTx/>
                        <a:buSzTx/>
                        <a:buFontTx/>
                        <a:buNone/>
                        <a:tabLst/>
                        <a:defRPr/>
                      </a:pPr>
                      <a:r>
                        <a:rPr sz="850" b="0">
                          <a:solidFill>
                            <a:srgbClr val="262626"/>
                          </a:solidFill>
                          <a:latin typeface="Arial"/>
                        </a:rPr>
                        <a:t>-10s, Pause/Play, +10s.</a:t>
                      </a:r>
                    </a:p>
                  </a:txBody>
                  <a:tcPr/>
                </a:tc>
                <a:extLst>
                  <a:ext uri="{0D108BD9-81ED-4DB2-BD59-A6C34878D82A}">
                    <a16:rowId xmlns:a16="http://schemas.microsoft.com/office/drawing/2014/main" val="3379408515"/>
                  </a:ext>
                </a:extLst>
              </a:tr>
              <a:tr h="226790">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850" b="0">
                          <a:solidFill>
                            <a:srgbClr val="262626"/>
                          </a:solidFill>
                          <a:latin typeface="Arial"/>
                        </a:rPr>
                        <a:t>4</a:t>
                      </a:r>
                    </a:p>
                  </a:txBody>
                  <a:tcPr/>
                </a:tc>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850" b="0">
                          <a:solidFill>
                            <a:srgbClr val="262626"/>
                          </a:solidFill>
                          <a:latin typeface="Arial"/>
                        </a:rPr>
                        <a:t>Audio and Quality (enabled when the stream has options).</a:t>
                      </a:r>
                    </a:p>
                  </a:txBody>
                  <a:tcPr/>
                </a:tc>
                <a:extLst>
                  <a:ext uri="{0D108BD9-81ED-4DB2-BD59-A6C34878D82A}">
                    <a16:rowId xmlns:a16="http://schemas.microsoft.com/office/drawing/2014/main" val="3928309716"/>
                  </a:ext>
                </a:extLst>
              </a:tr>
              <a:tr h="368534">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850" b="0">
                          <a:solidFill>
                            <a:srgbClr val="262626"/>
                          </a:solidFill>
                          <a:latin typeface="Arial"/>
                        </a:rPr>
                        <a:t>5</a:t>
                      </a:r>
                    </a:p>
                  </a:txBody>
                  <a:tcPr/>
                </a:tc>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850" b="0">
                          <a:solidFill>
                            <a:srgbClr val="262626"/>
                          </a:solidFill>
                          <a:latin typeface="Arial"/>
                        </a:rPr>
                        <a:t>Aspect: Fit, Fill, Original, Zoom.</a:t>
                      </a:r>
                    </a:p>
                  </a:txBody>
                  <a:tcPr/>
                </a:tc>
                <a:extLst>
                  <a:ext uri="{0D108BD9-81ED-4DB2-BD59-A6C34878D82A}">
                    <a16:rowId xmlns:a16="http://schemas.microsoft.com/office/drawing/2014/main" val="2037391808"/>
                  </a:ext>
                </a:extLst>
              </a:tr>
              <a:tr h="285810">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850" b="0">
                          <a:solidFill>
                            <a:srgbClr val="262626"/>
                          </a:solidFill>
                          <a:latin typeface="Arial"/>
                        </a:rPr>
                        <a:t>6</a:t>
                      </a:r>
                    </a:p>
                  </a:txBody>
                  <a:tcPr/>
                </a:tc>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850" b="0">
                          <a:solidFill>
                            <a:srgbClr val="262626"/>
                          </a:solidFill>
                          <a:latin typeface="Arial"/>
                        </a:rPr>
                        <a:t>Info about the title.</a:t>
                      </a:r>
                    </a:p>
                  </a:txBody>
                  <a:tcPr/>
                </a:tc>
                <a:extLst>
                  <a:ext uri="{0D108BD9-81ED-4DB2-BD59-A6C34878D82A}">
                    <a16:rowId xmlns:a16="http://schemas.microsoft.com/office/drawing/2014/main" val="3419888650"/>
                  </a:ext>
                </a:extLst>
              </a:tr>
            </a:tbl>
          </a:graphicData>
        </a:graphic>
      </p:graphicFrame>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Menus and Functions</a:t>
            </a:r>
          </a:p>
        </p:txBody>
      </p:sp>
      <p:sp>
        <p:nvSpPr>
          <p:cNvPr id="3" name="Slide Number Placeholder 2"/>
          <p:cNvSpPr>
            <a:spLocks noGrp="1"/>
          </p:cNvSpPr>
          <p:nvPr>
            <p:ph type="sldNum" sz="quarter" idx="4"/>
          </p:nvPr>
        </p:nvSpPr>
        <p:spPr/>
        <p:txBody>
          <a:bodyPr/>
          <a:lstStyle/>
          <a:p>
            <a:fld id="{42AF35AD-09C2-4EBD-8934-72FD947EF48F}" type="slidenum">
              <a:rPr lang="pl-PL" smtClean="0"/>
              <a:pPr/>
              <a:t>16</a:t>
            </a:fld>
            <a:endParaRPr lang="pl-PL" dirty="0"/>
          </a:p>
        </p:txBody>
      </p:sp>
      <p:sp>
        <p:nvSpPr>
          <p:cNvPr id="7" name="제목 1"/>
          <p:cNvSpPr txBox="1">
            <a:spLocks/>
          </p:cNvSpPr>
          <p:nvPr/>
        </p:nvSpPr>
        <p:spPr>
          <a:xfrm>
            <a:off x="2123728" y="980728"/>
            <a:ext cx="6563072" cy="615603"/>
          </a:xfrm>
          <a:prstGeom prst="rect">
            <a:avLst/>
          </a:prstGeom>
        </p:spPr>
        <p:txBody>
          <a:bodyPr vert="horz" lIns="91440" tIns="45720" rIns="91440" bIns="45720" rtlCol="0" anchor="ctr">
            <a:noAutofit/>
          </a:bodyPr>
          <a:lstStyle>
            <a:lvl1pPr algn="r" rtl="0" eaLnBrk="1" latinLnBrk="1" hangingPunct="1">
              <a:spcBef>
                <a:spcPct val="0"/>
              </a:spcBef>
              <a:buNone/>
              <a:defRPr kumimoji="0" sz="2800" b="0" kern="1200">
                <a:ln>
                  <a:noFill/>
                </a:ln>
                <a:solidFill>
                  <a:srgbClr val="374971"/>
                </a:solidFill>
                <a:effectLst/>
                <a:latin typeface="+mj-lt"/>
                <a:ea typeface="+mj-ea"/>
                <a:cs typeface="+mj-cs"/>
              </a:defRPr>
            </a:lvl1pPr>
          </a:lstStyle>
          <a:p>
            <a:pPr latinLnBrk="0" eaLnBrk="1"/>
            <a:r>
              <a:rPr>
                <a:solidFill>
                  <a:srgbClr val="34497A"/>
                </a:solidFill>
              </a:rPr>
              <a:t>Series details</a:t>
            </a:r>
          </a:p>
        </p:txBody>
      </p:sp>
      <p:pic>
        <p:nvPicPr>
          <p:cNvPr id="8" name="Picture 7" descr="ui_12_series_detail.jpg"/>
          <p:cNvPicPr>
            <a:picLocks noChangeAspect="1"/>
          </p:cNvPicPr>
          <p:nvPr/>
        </p:nvPicPr>
        <p:blipFill>
          <a:blip r:embed="rId2"/>
          <a:stretch>
            <a:fillRect/>
          </a:stretch>
        </p:blipFill>
        <p:spPr>
          <a:xfrm>
            <a:off x="320040" y="1783080"/>
            <a:ext cx="5577840" cy="3137535"/>
          </a:xfrm>
          <a:prstGeom prst="rect">
            <a:avLst/>
          </a:prstGeom>
        </p:spPr>
      </p:pic>
      <p:sp>
        <p:nvSpPr>
          <p:cNvPr id="9" name="Oval 8">
            <a:extLst>
              <a:ext uri="{FF2B5EF4-FFF2-40B4-BE49-F238E27FC236}">
                <a16:creationId xmlns:a16="http://schemas.microsoft.com/office/drawing/2014/main" id="{8E984AB7-EF75-44A4-AB87-B372E5B32EB0}"/>
              </a:ext>
            </a:extLst>
          </p:cNvPr>
          <p:cNvSpPr/>
          <p:nvPr/>
        </p:nvSpPr>
        <p:spPr>
          <a:xfrm>
            <a:off x="2986422" y="2331626"/>
            <a:ext cx="216024" cy="216024"/>
          </a:xfrm>
          <a:prstGeom prst="ellipse">
            <a:avLst/>
          </a:prstGeom>
          <a:solidFill>
            <a:srgbClr val="94C46F"/>
          </a:solidFill>
          <a:ln>
            <a:solidFill>
              <a:srgbClr val="94C46F"/>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sz="1400" dirty="0"/>
              <a:t>1</a:t>
            </a:r>
            <a:endParaRPr lang="en-US" dirty="0"/>
          </a:p>
        </p:txBody>
      </p:sp>
      <p:sp>
        <p:nvSpPr>
          <p:cNvPr id="9" name="Oval 8">
            <a:extLst>
              <a:ext uri="{FF2B5EF4-FFF2-40B4-BE49-F238E27FC236}">
                <a16:creationId xmlns:a16="http://schemas.microsoft.com/office/drawing/2014/main" id="{8E984AB7-EF75-44A4-AB87-B372E5B32EB0}"/>
              </a:ext>
            </a:extLst>
          </p:cNvPr>
          <p:cNvSpPr/>
          <p:nvPr/>
        </p:nvSpPr>
        <p:spPr>
          <a:xfrm>
            <a:off x="2120695" y="3743516"/>
            <a:ext cx="216024" cy="216024"/>
          </a:xfrm>
          <a:prstGeom prst="ellipse">
            <a:avLst/>
          </a:prstGeom>
          <a:solidFill>
            <a:srgbClr val="94C46F"/>
          </a:solidFill>
          <a:ln>
            <a:solidFill>
              <a:srgbClr val="94C46F"/>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sz="1400" dirty="0"/>
              <a:t>2</a:t>
            </a:r>
            <a:endParaRPr lang="en-US" dirty="0"/>
          </a:p>
        </p:txBody>
      </p:sp>
      <p:sp>
        <p:nvSpPr>
          <p:cNvPr id="9" name="Oval 8">
            <a:extLst>
              <a:ext uri="{FF2B5EF4-FFF2-40B4-BE49-F238E27FC236}">
                <a16:creationId xmlns:a16="http://schemas.microsoft.com/office/drawing/2014/main" id="{8E984AB7-EF75-44A4-AB87-B372E5B32EB0}"/>
              </a:ext>
            </a:extLst>
          </p:cNvPr>
          <p:cNvSpPr/>
          <p:nvPr/>
        </p:nvSpPr>
        <p:spPr>
          <a:xfrm>
            <a:off x="2713340" y="3330989"/>
            <a:ext cx="216024" cy="216024"/>
          </a:xfrm>
          <a:prstGeom prst="ellipse">
            <a:avLst/>
          </a:prstGeom>
          <a:solidFill>
            <a:srgbClr val="94C46F"/>
          </a:solidFill>
          <a:ln>
            <a:solidFill>
              <a:srgbClr val="94C46F"/>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sz="1400" dirty="0"/>
              <a:t>3</a:t>
            </a:r>
            <a:endParaRPr lang="en-US" dirty="0"/>
          </a:p>
        </p:txBody>
      </p:sp>
      <p:sp>
        <p:nvSpPr>
          <p:cNvPr id="9" name="Oval 8">
            <a:extLst>
              <a:ext uri="{FF2B5EF4-FFF2-40B4-BE49-F238E27FC236}">
                <a16:creationId xmlns:a16="http://schemas.microsoft.com/office/drawing/2014/main" id="{8E984AB7-EF75-44A4-AB87-B372E5B32EB0}"/>
              </a:ext>
            </a:extLst>
          </p:cNvPr>
          <p:cNvSpPr/>
          <p:nvPr/>
        </p:nvSpPr>
        <p:spPr>
          <a:xfrm>
            <a:off x="3271124" y="3330989"/>
            <a:ext cx="216024" cy="216024"/>
          </a:xfrm>
          <a:prstGeom prst="ellipse">
            <a:avLst/>
          </a:prstGeom>
          <a:solidFill>
            <a:srgbClr val="94C46F"/>
          </a:solidFill>
          <a:ln>
            <a:solidFill>
              <a:srgbClr val="94C46F"/>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sz="1400" dirty="0"/>
              <a:t>4</a:t>
            </a:r>
            <a:endParaRPr lang="en-US" dirty="0"/>
          </a:p>
        </p:txBody>
      </p:sp>
      <p:sp>
        <p:nvSpPr>
          <p:cNvPr id="9" name="Oval 8">
            <a:extLst>
              <a:ext uri="{FF2B5EF4-FFF2-40B4-BE49-F238E27FC236}">
                <a16:creationId xmlns:a16="http://schemas.microsoft.com/office/drawing/2014/main" id="{8E984AB7-EF75-44A4-AB87-B372E5B32EB0}"/>
              </a:ext>
            </a:extLst>
          </p:cNvPr>
          <p:cNvSpPr/>
          <p:nvPr/>
        </p:nvSpPr>
        <p:spPr>
          <a:xfrm>
            <a:off x="604219" y="4164760"/>
            <a:ext cx="216024" cy="216024"/>
          </a:xfrm>
          <a:prstGeom prst="ellipse">
            <a:avLst/>
          </a:prstGeom>
          <a:solidFill>
            <a:srgbClr val="94C46F"/>
          </a:solidFill>
          <a:ln>
            <a:solidFill>
              <a:srgbClr val="94C46F"/>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sz="1400" dirty="0"/>
              <a:t>5</a:t>
            </a:r>
            <a:endParaRPr lang="en-US" dirty="0"/>
          </a:p>
        </p:txBody>
      </p:sp>
      <p:sp>
        <p:nvSpPr>
          <p:cNvPr id="9" name="Oval 8">
            <a:extLst>
              <a:ext uri="{FF2B5EF4-FFF2-40B4-BE49-F238E27FC236}">
                <a16:creationId xmlns:a16="http://schemas.microsoft.com/office/drawing/2014/main" id="{8E984AB7-EF75-44A4-AB87-B372E5B32EB0}"/>
              </a:ext>
            </a:extLst>
          </p:cNvPr>
          <p:cNvSpPr/>
          <p:nvPr/>
        </p:nvSpPr>
        <p:spPr>
          <a:xfrm>
            <a:off x="2071307" y="4330352"/>
            <a:ext cx="216024" cy="216024"/>
          </a:xfrm>
          <a:prstGeom prst="ellipse">
            <a:avLst/>
          </a:prstGeom>
          <a:solidFill>
            <a:srgbClr val="94C46F"/>
          </a:solidFill>
          <a:ln>
            <a:solidFill>
              <a:srgbClr val="94C46F"/>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sz="1400" dirty="0"/>
              <a:t>6</a:t>
            </a:r>
            <a:endParaRPr lang="en-US" dirty="0"/>
          </a:p>
        </p:txBody>
      </p:sp>
      <p:sp>
        <p:nvSpPr>
          <p:cNvPr id="9" name="Oval 8">
            <a:extLst>
              <a:ext uri="{FF2B5EF4-FFF2-40B4-BE49-F238E27FC236}">
                <a16:creationId xmlns:a16="http://schemas.microsoft.com/office/drawing/2014/main" id="{8E984AB7-EF75-44A4-AB87-B372E5B32EB0}"/>
              </a:ext>
            </a:extLst>
          </p:cNvPr>
          <p:cNvSpPr/>
          <p:nvPr/>
        </p:nvSpPr>
        <p:spPr>
          <a:xfrm>
            <a:off x="2129410" y="4704590"/>
            <a:ext cx="216024" cy="216024"/>
          </a:xfrm>
          <a:prstGeom prst="ellipse">
            <a:avLst/>
          </a:prstGeom>
          <a:solidFill>
            <a:srgbClr val="94C46F"/>
          </a:solidFill>
          <a:ln>
            <a:solidFill>
              <a:srgbClr val="94C46F"/>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sz="1400" dirty="0"/>
              <a:t>7</a:t>
            </a:r>
            <a:endParaRPr lang="en-US" dirty="0"/>
          </a:p>
        </p:txBody>
      </p:sp>
      <p:graphicFrame>
        <p:nvGraphicFramePr>
          <p:cNvPr id="4" name="Table 3">
            <a:extLst>
              <a:ext uri="{FF2B5EF4-FFF2-40B4-BE49-F238E27FC236}">
                <a16:creationId xmlns:a16="http://schemas.microsoft.com/office/drawing/2014/main" id="{ECD141EA-C744-4381-9930-2699EC03EE67}"/>
              </a:ext>
            </a:extLst>
          </p:cNvPr>
          <p:cNvGraphicFramePr>
            <a:graphicFrameLocks noGrp="1"/>
          </p:cNvGraphicFramePr>
          <p:nvPr>
            <p:extLst>
              <p:ext uri="{D42A27DB-BD31-4B8C-83A1-F6EECF244321}">
                <p14:modId xmlns:p14="http://schemas.microsoft.com/office/powerpoint/2010/main" val="1663403640"/>
              </p:ext>
            </p:extLst>
          </p:nvPr>
        </p:nvGraphicFramePr>
        <p:xfrm>
          <a:off x="6035040" y="1783080"/>
          <a:ext cx="2788920" cy="2068890"/>
        </p:xfrm>
        <a:graphic>
          <a:graphicData uri="http://schemas.openxmlformats.org/drawingml/2006/table">
            <a:tbl>
              <a:tblPr firstRow="1" bandRow="1">
                <a:tableStyleId>{5C22544A-7EE6-4342-B048-85BDC9FD1C3A}</a:tableStyleId>
              </a:tblPr>
              <a:tblGrid>
                <a:gridCol w="411480">
                  <a:extLst>
                    <a:ext uri="{9D8B030D-6E8A-4147-A177-3AD203B41FA5}">
                      <a16:colId xmlns:a16="http://schemas.microsoft.com/office/drawing/2014/main" val="78765453"/>
                    </a:ext>
                  </a:extLst>
                </a:gridCol>
                <a:gridCol w="2377440">
                  <a:extLst>
                    <a:ext uri="{9D8B030D-6E8A-4147-A177-3AD203B41FA5}">
                      <a16:colId xmlns:a16="http://schemas.microsoft.com/office/drawing/2014/main" val="3768374184"/>
                    </a:ext>
                  </a:extLst>
                </a:gridCol>
              </a:tblGrid>
              <a:tr h="240965">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900" b="1">
                          <a:solidFill>
                            <a:srgbClr val="FFFFFF"/>
                          </a:solidFill>
                          <a:latin typeface="Arial"/>
                        </a:rPr>
                        <a:t>No.</a:t>
                      </a:r>
                    </a:p>
                  </a:txBody>
                  <a:tcPr/>
                </a:tc>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900" b="1">
                          <a:solidFill>
                            <a:srgbClr val="FFFFFF"/>
                          </a:solidFill>
                          <a:latin typeface="Arial"/>
                        </a:rPr>
                        <a:t>Description</a:t>
                      </a:r>
                    </a:p>
                  </a:txBody>
                  <a:tcPr/>
                </a:tc>
                <a:extLst>
                  <a:ext uri="{0D108BD9-81ED-4DB2-BD59-A6C34878D82A}">
                    <a16:rowId xmlns:a16="http://schemas.microsoft.com/office/drawing/2014/main" val="1433768151"/>
                  </a:ext>
                </a:extLst>
              </a:tr>
              <a:tr h="368534">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850" b="0">
                          <a:solidFill>
                            <a:srgbClr val="262626"/>
                          </a:solidFill>
                          <a:latin typeface="Arial"/>
                        </a:rPr>
                        <a:t>1</a:t>
                      </a:r>
                    </a:p>
                  </a:txBody>
                  <a:tcPr/>
                </a:tc>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850" b="0">
                          <a:solidFill>
                            <a:srgbClr val="262626"/>
                          </a:solidFill>
                          <a:latin typeface="Arial"/>
                        </a:rPr>
                        <a:t>Title, year, seasons and rating.</a:t>
                      </a:r>
                    </a:p>
                  </a:txBody>
                  <a:tcPr/>
                </a:tc>
                <a:extLst>
                  <a:ext uri="{0D108BD9-81ED-4DB2-BD59-A6C34878D82A}">
                    <a16:rowId xmlns:a16="http://schemas.microsoft.com/office/drawing/2014/main" val="3432369760"/>
                  </a:ext>
                </a:extLst>
              </a:tr>
              <a:tr h="226790">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850" b="0">
                          <a:solidFill>
                            <a:srgbClr val="262626"/>
                          </a:solidFill>
                          <a:latin typeface="Arial"/>
                        </a:rPr>
                        <a:t>2</a:t>
                      </a:r>
                    </a:p>
                  </a:txBody>
                  <a:tcPr/>
                </a:tc>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850" b="0">
                          <a:solidFill>
                            <a:srgbClr val="262626"/>
                          </a:solidFill>
                          <a:latin typeface="Arial"/>
                        </a:rPr>
                        <a:t>"Watch T1:E1" (or "Continue" an episode in progress).</a:t>
                      </a:r>
                    </a:p>
                  </a:txBody>
                  <a:tcPr/>
                </a:tc>
                <a:extLst>
                  <a:ext uri="{0D108BD9-81ED-4DB2-BD59-A6C34878D82A}">
                    <a16:rowId xmlns:a16="http://schemas.microsoft.com/office/drawing/2014/main" val="1328630216"/>
                  </a:ext>
                </a:extLst>
              </a:tr>
              <a:tr h="226790">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850" b="0">
                          <a:solidFill>
                            <a:srgbClr val="262626"/>
                          </a:solidFill>
                          <a:latin typeface="Arial"/>
                        </a:rPr>
                        <a:t>3</a:t>
                      </a:r>
                    </a:p>
                  </a:txBody>
                  <a:tcPr/>
                </a:tc>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marL="0" marR="0" lvl="0" indent="0" algn="l" defTabSz="914400" rtl="0" eaLnBrk="1" fontAlgn="b" latinLnBrk="0" hangingPunct="1">
                        <a:lnSpc>
                          <a:spcPct val="100000"/>
                        </a:lnSpc>
                        <a:spcBef>
                          <a:spcPts val="0"/>
                        </a:spcBef>
                        <a:spcAft>
                          <a:spcPts val="0"/>
                        </a:spcAft>
                        <a:buClrTx/>
                        <a:buSzTx/>
                        <a:buFontTx/>
                        <a:buNone/>
                        <a:tabLst/>
                        <a:defRPr/>
                      </a:pPr>
                      <a:r>
                        <a:rPr sz="850" b="0">
                          <a:solidFill>
                            <a:srgbClr val="262626"/>
                          </a:solidFill>
                          <a:latin typeface="Arial"/>
                        </a:rPr>
                        <a:t>"+ My List".</a:t>
                      </a:r>
                    </a:p>
                  </a:txBody>
                  <a:tcPr/>
                </a:tc>
                <a:extLst>
                  <a:ext uri="{0D108BD9-81ED-4DB2-BD59-A6C34878D82A}">
                    <a16:rowId xmlns:a16="http://schemas.microsoft.com/office/drawing/2014/main" val="3379408515"/>
                  </a:ext>
                </a:extLst>
              </a:tr>
              <a:tr h="226790">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850" b="0">
                          <a:solidFill>
                            <a:srgbClr val="262626"/>
                          </a:solidFill>
                          <a:latin typeface="Arial"/>
                        </a:rPr>
                        <a:t>4</a:t>
                      </a:r>
                    </a:p>
                  </a:txBody>
                  <a:tcPr/>
                </a:tc>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850" b="0">
                          <a:solidFill>
                            <a:srgbClr val="262626"/>
                          </a:solidFill>
                          <a:latin typeface="Arial"/>
                        </a:rPr>
                        <a:t>"Similar" titles.</a:t>
                      </a:r>
                    </a:p>
                  </a:txBody>
                  <a:tcPr/>
                </a:tc>
                <a:extLst>
                  <a:ext uri="{0D108BD9-81ED-4DB2-BD59-A6C34878D82A}">
                    <a16:rowId xmlns:a16="http://schemas.microsoft.com/office/drawing/2014/main" val="3928309716"/>
                  </a:ext>
                </a:extLst>
              </a:tr>
              <a:tr h="368534">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850" b="0">
                          <a:solidFill>
                            <a:srgbClr val="262626"/>
                          </a:solidFill>
                          <a:latin typeface="Arial"/>
                        </a:rPr>
                        <a:t>5</a:t>
                      </a:r>
                    </a:p>
                  </a:txBody>
                  <a:tcPr/>
                </a:tc>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850" b="0">
                          <a:solidFill>
                            <a:srgbClr val="262626"/>
                          </a:solidFill>
                          <a:latin typeface="Arial"/>
                        </a:rPr>
                        <a:t>Season selector.</a:t>
                      </a:r>
                    </a:p>
                  </a:txBody>
                  <a:tcPr/>
                </a:tc>
                <a:extLst>
                  <a:ext uri="{0D108BD9-81ED-4DB2-BD59-A6C34878D82A}">
                    <a16:rowId xmlns:a16="http://schemas.microsoft.com/office/drawing/2014/main" val="2037391808"/>
                  </a:ext>
                </a:extLst>
              </a:tr>
              <a:tr h="285810">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850" b="0">
                          <a:solidFill>
                            <a:srgbClr val="262626"/>
                          </a:solidFill>
                          <a:latin typeface="Arial"/>
                        </a:rPr>
                        <a:t>6</a:t>
                      </a:r>
                    </a:p>
                  </a:txBody>
                  <a:tcPr/>
                </a:tc>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850" b="0">
                          <a:solidFill>
                            <a:srgbClr val="262626"/>
                          </a:solidFill>
                          <a:latin typeface="Arial"/>
                        </a:rPr>
                        <a:t>Tabs: Similar, Cast, Details.</a:t>
                      </a:r>
                    </a:p>
                  </a:txBody>
                  <a:tcPr/>
                </a:tc>
                <a:extLst>
                  <a:ext uri="{0D108BD9-81ED-4DB2-BD59-A6C34878D82A}">
                    <a16:rowId xmlns:a16="http://schemas.microsoft.com/office/drawing/2014/main" val="3419888650"/>
                  </a:ext>
                </a:extLst>
              </a:tr>
              <a:tr h="368534">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850" b="0">
                          <a:solidFill>
                            <a:srgbClr val="262626"/>
                          </a:solidFill>
                          <a:latin typeface="Arial"/>
                        </a:rPr>
                        <a:t>7</a:t>
                      </a:r>
                    </a:p>
                  </a:txBody>
                  <a:tcPr/>
                </a:tc>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850" b="0">
                          <a:solidFill>
                            <a:srgbClr val="262626"/>
                          </a:solidFill>
                          <a:latin typeface="Arial"/>
                        </a:rPr>
                        <a:t>Episode list. OK plays the episode.</a:t>
                      </a:r>
                    </a:p>
                  </a:txBody>
                  <a:tcPr/>
                </a:tc>
                <a:extLst>
                  <a:ext uri="{0D108BD9-81ED-4DB2-BD59-A6C34878D82A}">
                    <a16:rowId xmlns:a16="http://schemas.microsoft.com/office/drawing/2014/main" val="3432369760"/>
                  </a:ext>
                </a:extLst>
              </a:tr>
            </a:tbl>
          </a:graphicData>
        </a:graphic>
      </p:graphicFrame>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Menus and Functions</a:t>
            </a:r>
          </a:p>
        </p:txBody>
      </p:sp>
      <p:sp>
        <p:nvSpPr>
          <p:cNvPr id="3" name="Slide Number Placeholder 2"/>
          <p:cNvSpPr>
            <a:spLocks noGrp="1"/>
          </p:cNvSpPr>
          <p:nvPr>
            <p:ph type="sldNum" sz="quarter" idx="4"/>
          </p:nvPr>
        </p:nvSpPr>
        <p:spPr/>
        <p:txBody>
          <a:bodyPr/>
          <a:lstStyle/>
          <a:p>
            <a:fld id="{42AF35AD-09C2-4EBD-8934-72FD947EF48F}" type="slidenum">
              <a:rPr lang="pl-PL" smtClean="0"/>
              <a:pPr/>
              <a:t>16</a:t>
            </a:fld>
            <a:endParaRPr lang="pl-PL" dirty="0"/>
          </a:p>
        </p:txBody>
      </p:sp>
      <p:sp>
        <p:nvSpPr>
          <p:cNvPr id="7" name="제목 1"/>
          <p:cNvSpPr txBox="1">
            <a:spLocks/>
          </p:cNvSpPr>
          <p:nvPr/>
        </p:nvSpPr>
        <p:spPr>
          <a:xfrm>
            <a:off x="2123728" y="980728"/>
            <a:ext cx="6563072" cy="615603"/>
          </a:xfrm>
          <a:prstGeom prst="rect">
            <a:avLst/>
          </a:prstGeom>
        </p:spPr>
        <p:txBody>
          <a:bodyPr vert="horz" lIns="91440" tIns="45720" rIns="91440" bIns="45720" rtlCol="0" anchor="ctr">
            <a:noAutofit/>
          </a:bodyPr>
          <a:lstStyle>
            <a:lvl1pPr algn="r" rtl="0" eaLnBrk="1" latinLnBrk="1" hangingPunct="1">
              <a:spcBef>
                <a:spcPct val="0"/>
              </a:spcBef>
              <a:buNone/>
              <a:defRPr kumimoji="0" sz="2800" b="0" kern="1200">
                <a:ln>
                  <a:noFill/>
                </a:ln>
                <a:solidFill>
                  <a:srgbClr val="374971"/>
                </a:solidFill>
                <a:effectLst/>
                <a:latin typeface="+mj-lt"/>
                <a:ea typeface="+mj-ea"/>
                <a:cs typeface="+mj-cs"/>
              </a:defRPr>
            </a:lvl1pPr>
          </a:lstStyle>
          <a:p>
            <a:pPr latinLnBrk="0" eaLnBrk="1"/>
            <a:r>
              <a:rPr>
                <a:solidFill>
                  <a:srgbClr val="34497A"/>
                </a:solidFill>
              </a:rPr>
              <a:t>Radio</a:t>
            </a:r>
          </a:p>
        </p:txBody>
      </p:sp>
      <p:pic>
        <p:nvPicPr>
          <p:cNvPr id="8" name="Picture 7" descr="ui_13_radio.jpg"/>
          <p:cNvPicPr>
            <a:picLocks noChangeAspect="1"/>
          </p:cNvPicPr>
          <p:nvPr/>
        </p:nvPicPr>
        <p:blipFill>
          <a:blip r:embed="rId2"/>
          <a:stretch>
            <a:fillRect/>
          </a:stretch>
        </p:blipFill>
        <p:spPr>
          <a:xfrm>
            <a:off x="320040" y="1783080"/>
            <a:ext cx="5577840" cy="3137535"/>
          </a:xfrm>
          <a:prstGeom prst="rect">
            <a:avLst/>
          </a:prstGeom>
        </p:spPr>
      </p:pic>
      <p:sp>
        <p:nvSpPr>
          <p:cNvPr id="9" name="Oval 8">
            <a:extLst>
              <a:ext uri="{FF2B5EF4-FFF2-40B4-BE49-F238E27FC236}">
                <a16:creationId xmlns:a16="http://schemas.microsoft.com/office/drawing/2014/main" id="{8E984AB7-EF75-44A4-AB87-B372E5B32EB0}"/>
              </a:ext>
            </a:extLst>
          </p:cNvPr>
          <p:cNvSpPr/>
          <p:nvPr/>
        </p:nvSpPr>
        <p:spPr>
          <a:xfrm>
            <a:off x="1170719" y="1980106"/>
            <a:ext cx="216024" cy="216024"/>
          </a:xfrm>
          <a:prstGeom prst="ellipse">
            <a:avLst/>
          </a:prstGeom>
          <a:solidFill>
            <a:srgbClr val="94C46F"/>
          </a:solidFill>
          <a:ln>
            <a:solidFill>
              <a:srgbClr val="94C46F"/>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sz="1400" dirty="0"/>
              <a:t>1</a:t>
            </a:r>
            <a:endParaRPr lang="en-US" dirty="0"/>
          </a:p>
        </p:txBody>
      </p:sp>
      <p:sp>
        <p:nvSpPr>
          <p:cNvPr id="9" name="Oval 8">
            <a:extLst>
              <a:ext uri="{FF2B5EF4-FFF2-40B4-BE49-F238E27FC236}">
                <a16:creationId xmlns:a16="http://schemas.microsoft.com/office/drawing/2014/main" id="{8E984AB7-EF75-44A4-AB87-B372E5B32EB0}"/>
              </a:ext>
            </a:extLst>
          </p:cNvPr>
          <p:cNvSpPr/>
          <p:nvPr/>
        </p:nvSpPr>
        <p:spPr>
          <a:xfrm>
            <a:off x="1083565" y="2349057"/>
            <a:ext cx="216024" cy="216024"/>
          </a:xfrm>
          <a:prstGeom prst="ellipse">
            <a:avLst/>
          </a:prstGeom>
          <a:solidFill>
            <a:srgbClr val="94C46F"/>
          </a:solidFill>
          <a:ln>
            <a:solidFill>
              <a:srgbClr val="94C46F"/>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sz="1400" dirty="0"/>
              <a:t>2</a:t>
            </a:r>
            <a:endParaRPr lang="en-US" dirty="0"/>
          </a:p>
        </p:txBody>
      </p:sp>
      <p:sp>
        <p:nvSpPr>
          <p:cNvPr id="9" name="Oval 8">
            <a:extLst>
              <a:ext uri="{FF2B5EF4-FFF2-40B4-BE49-F238E27FC236}">
                <a16:creationId xmlns:a16="http://schemas.microsoft.com/office/drawing/2014/main" id="{8E984AB7-EF75-44A4-AB87-B372E5B32EB0}"/>
              </a:ext>
            </a:extLst>
          </p:cNvPr>
          <p:cNvSpPr/>
          <p:nvPr/>
        </p:nvSpPr>
        <p:spPr>
          <a:xfrm>
            <a:off x="1955103" y="2279334"/>
            <a:ext cx="216024" cy="216024"/>
          </a:xfrm>
          <a:prstGeom prst="ellipse">
            <a:avLst/>
          </a:prstGeom>
          <a:solidFill>
            <a:srgbClr val="94C46F"/>
          </a:solidFill>
          <a:ln>
            <a:solidFill>
              <a:srgbClr val="94C46F"/>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sz="1400" dirty="0"/>
              <a:t>3</a:t>
            </a:r>
            <a:endParaRPr lang="en-US" dirty="0"/>
          </a:p>
        </p:txBody>
      </p:sp>
      <p:sp>
        <p:nvSpPr>
          <p:cNvPr id="9" name="Oval 8">
            <a:extLst>
              <a:ext uri="{FF2B5EF4-FFF2-40B4-BE49-F238E27FC236}">
                <a16:creationId xmlns:a16="http://schemas.microsoft.com/office/drawing/2014/main" id="{8E984AB7-EF75-44A4-AB87-B372E5B32EB0}"/>
              </a:ext>
            </a:extLst>
          </p:cNvPr>
          <p:cNvSpPr/>
          <p:nvPr/>
        </p:nvSpPr>
        <p:spPr>
          <a:xfrm>
            <a:off x="2390871" y="4655726"/>
            <a:ext cx="216024" cy="216024"/>
          </a:xfrm>
          <a:prstGeom prst="ellipse">
            <a:avLst/>
          </a:prstGeom>
          <a:solidFill>
            <a:srgbClr val="94C46F"/>
          </a:solidFill>
          <a:ln>
            <a:solidFill>
              <a:srgbClr val="94C46F"/>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sz="1400" dirty="0"/>
              <a:t>4</a:t>
            </a:r>
            <a:endParaRPr lang="en-US" dirty="0"/>
          </a:p>
        </p:txBody>
      </p:sp>
      <p:graphicFrame>
        <p:nvGraphicFramePr>
          <p:cNvPr id="4" name="Table 3">
            <a:extLst>
              <a:ext uri="{FF2B5EF4-FFF2-40B4-BE49-F238E27FC236}">
                <a16:creationId xmlns:a16="http://schemas.microsoft.com/office/drawing/2014/main" id="{ECD141EA-C744-4381-9930-2699EC03EE67}"/>
              </a:ext>
            </a:extLst>
          </p:cNvPr>
          <p:cNvGraphicFramePr>
            <a:graphicFrameLocks noGrp="1"/>
          </p:cNvGraphicFramePr>
          <p:nvPr>
            <p:extLst>
              <p:ext uri="{D42A27DB-BD31-4B8C-83A1-F6EECF244321}">
                <p14:modId xmlns:p14="http://schemas.microsoft.com/office/powerpoint/2010/main" val="1663403640"/>
              </p:ext>
            </p:extLst>
          </p:nvPr>
        </p:nvGraphicFramePr>
        <p:xfrm>
          <a:off x="6035040" y="1783080"/>
          <a:ext cx="2788920" cy="2068890"/>
        </p:xfrm>
        <a:graphic>
          <a:graphicData uri="http://schemas.openxmlformats.org/drawingml/2006/table">
            <a:tbl>
              <a:tblPr firstRow="1" bandRow="1">
                <a:tableStyleId>{5C22544A-7EE6-4342-B048-85BDC9FD1C3A}</a:tableStyleId>
              </a:tblPr>
              <a:tblGrid>
                <a:gridCol w="411480">
                  <a:extLst>
                    <a:ext uri="{9D8B030D-6E8A-4147-A177-3AD203B41FA5}">
                      <a16:colId xmlns:a16="http://schemas.microsoft.com/office/drawing/2014/main" val="78765453"/>
                    </a:ext>
                  </a:extLst>
                </a:gridCol>
                <a:gridCol w="2377440">
                  <a:extLst>
                    <a:ext uri="{9D8B030D-6E8A-4147-A177-3AD203B41FA5}">
                      <a16:colId xmlns:a16="http://schemas.microsoft.com/office/drawing/2014/main" val="3768374184"/>
                    </a:ext>
                  </a:extLst>
                </a:gridCol>
              </a:tblGrid>
              <a:tr h="240965">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900" b="1">
                          <a:solidFill>
                            <a:srgbClr val="FFFFFF"/>
                          </a:solidFill>
                          <a:latin typeface="Arial"/>
                        </a:rPr>
                        <a:t>No.</a:t>
                      </a:r>
                    </a:p>
                  </a:txBody>
                  <a:tcPr/>
                </a:tc>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900" b="1">
                          <a:solidFill>
                            <a:srgbClr val="FFFFFF"/>
                          </a:solidFill>
                          <a:latin typeface="Arial"/>
                        </a:rPr>
                        <a:t>Description</a:t>
                      </a:r>
                    </a:p>
                  </a:txBody>
                  <a:tcPr/>
                </a:tc>
                <a:extLst>
                  <a:ext uri="{0D108BD9-81ED-4DB2-BD59-A6C34878D82A}">
                    <a16:rowId xmlns:a16="http://schemas.microsoft.com/office/drawing/2014/main" val="1433768151"/>
                  </a:ext>
                </a:extLst>
              </a:tr>
              <a:tr h="368534">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850" b="0">
                          <a:solidFill>
                            <a:srgbClr val="262626"/>
                          </a:solidFill>
                          <a:latin typeface="Arial"/>
                        </a:rPr>
                        <a:t>1</a:t>
                      </a:r>
                    </a:p>
                  </a:txBody>
                  <a:tcPr/>
                </a:tc>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850" b="0">
                          <a:solidFill>
                            <a:srgbClr val="262626"/>
                          </a:solidFill>
                          <a:latin typeface="Arial"/>
                        </a:rPr>
                        <a:t>"Now playing" bar.</a:t>
                      </a:r>
                    </a:p>
                  </a:txBody>
                  <a:tcPr/>
                </a:tc>
                <a:extLst>
                  <a:ext uri="{0D108BD9-81ED-4DB2-BD59-A6C34878D82A}">
                    <a16:rowId xmlns:a16="http://schemas.microsoft.com/office/drawing/2014/main" val="3432369760"/>
                  </a:ext>
                </a:extLst>
              </a:tr>
              <a:tr h="226790">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850" b="0">
                          <a:solidFill>
                            <a:srgbClr val="262626"/>
                          </a:solidFill>
                          <a:latin typeface="Arial"/>
                        </a:rPr>
                        <a:t>2</a:t>
                      </a:r>
                    </a:p>
                  </a:txBody>
                  <a:tcPr/>
                </a:tc>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850" b="0">
                          <a:solidFill>
                            <a:srgbClr val="262626"/>
                          </a:solidFill>
                          <a:latin typeface="Arial"/>
                        </a:rPr>
                        <a:t>★ Favorites, Most played worldwide and countries.</a:t>
                      </a:r>
                    </a:p>
                  </a:txBody>
                  <a:tcPr/>
                </a:tc>
                <a:extLst>
                  <a:ext uri="{0D108BD9-81ED-4DB2-BD59-A6C34878D82A}">
                    <a16:rowId xmlns:a16="http://schemas.microsoft.com/office/drawing/2014/main" val="1328630216"/>
                  </a:ext>
                </a:extLst>
              </a:tr>
              <a:tr h="226790">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850" b="0">
                          <a:solidFill>
                            <a:srgbClr val="262626"/>
                          </a:solidFill>
                          <a:latin typeface="Arial"/>
                        </a:rPr>
                        <a:t>3</a:t>
                      </a:r>
                    </a:p>
                  </a:txBody>
                  <a:tcPr/>
                </a:tc>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marL="0" marR="0" lvl="0" indent="0" algn="l" defTabSz="914400" rtl="0" eaLnBrk="1" fontAlgn="b" latinLnBrk="0" hangingPunct="1">
                        <a:lnSpc>
                          <a:spcPct val="100000"/>
                        </a:lnSpc>
                        <a:spcBef>
                          <a:spcPts val="0"/>
                        </a:spcBef>
                        <a:spcAft>
                          <a:spcPts val="0"/>
                        </a:spcAft>
                        <a:buClrTx/>
                        <a:buSzTx/>
                        <a:buFontTx/>
                        <a:buNone/>
                        <a:tabLst/>
                        <a:defRPr/>
                      </a:pPr>
                      <a:r>
                        <a:rPr sz="850" b="0">
                          <a:solidFill>
                            <a:srgbClr val="262626"/>
                          </a:solidFill>
                          <a:latin typeface="Arial"/>
                        </a:rPr>
                        <a:t>Stations of the selected country. OK plays.</a:t>
                      </a:r>
                    </a:p>
                  </a:txBody>
                  <a:tcPr/>
                </a:tc>
                <a:extLst>
                  <a:ext uri="{0D108BD9-81ED-4DB2-BD59-A6C34878D82A}">
                    <a16:rowId xmlns:a16="http://schemas.microsoft.com/office/drawing/2014/main" val="3379408515"/>
                  </a:ext>
                </a:extLst>
              </a:tr>
              <a:tr h="226790">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850" b="0">
                          <a:solidFill>
                            <a:srgbClr val="262626"/>
                          </a:solidFill>
                          <a:latin typeface="Arial"/>
                        </a:rPr>
                        <a:t>4</a:t>
                      </a:r>
                    </a:p>
                  </a:txBody>
                  <a:tcPr/>
                </a:tc>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850" b="0">
                          <a:solidFill>
                            <a:srgbClr val="262626"/>
                          </a:solidFill>
                          <a:latin typeface="Arial"/>
                        </a:rPr>
                        <a:t>Key guide.</a:t>
                      </a:r>
                    </a:p>
                  </a:txBody>
                  <a:tcPr/>
                </a:tc>
                <a:extLst>
                  <a:ext uri="{0D108BD9-81ED-4DB2-BD59-A6C34878D82A}">
                    <a16:rowId xmlns:a16="http://schemas.microsoft.com/office/drawing/2014/main" val="3928309716"/>
                  </a:ext>
                </a:extLst>
              </a:tr>
            </a:tbl>
          </a:graphicData>
        </a:graphic>
      </p:graphicFrame>
      <p:sp>
        <p:nvSpPr>
          <p:cNvPr id="10" name="TextBox 9"/>
          <p:cNvSpPr txBox="1"/>
          <p:nvPr/>
        </p:nvSpPr>
        <p:spPr>
          <a:xfrm>
            <a:off x="320040" y="5030343"/>
            <a:ext cx="5577840" cy="731520"/>
          </a:xfrm>
          <a:prstGeom prst="rect">
            <a:avLst/>
          </a:prstGeom>
          <a:noFill/>
        </p:spPr>
        <p:txBody>
          <a:bodyPr wrap="square">
            <a:spAutoFit/>
          </a:bodyPr>
          <a:lstStyle/>
          <a:p>
            <a:pPr latinLnBrk="0" eaLnBrk="1"/>
            <a:r>
              <a:rPr sz="1000">
                <a:solidFill>
                  <a:srgbClr val="262626"/>
                </a:solidFill>
              </a:rPr>
              <a:t>Stations come from the public Radio Browser directory; STOP stops the radio.</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Menus and Functions</a:t>
            </a:r>
          </a:p>
        </p:txBody>
      </p:sp>
      <p:sp>
        <p:nvSpPr>
          <p:cNvPr id="3" name="Slide Number Placeholder 2"/>
          <p:cNvSpPr>
            <a:spLocks noGrp="1"/>
          </p:cNvSpPr>
          <p:nvPr>
            <p:ph type="sldNum" sz="quarter" idx="4"/>
          </p:nvPr>
        </p:nvSpPr>
        <p:spPr/>
        <p:txBody>
          <a:bodyPr/>
          <a:lstStyle/>
          <a:p>
            <a:fld id="{42AF35AD-09C2-4EBD-8934-72FD947EF48F}" type="slidenum">
              <a:rPr lang="pl-PL" smtClean="0"/>
              <a:pPr/>
              <a:t>16</a:t>
            </a:fld>
            <a:endParaRPr lang="pl-PL" dirty="0"/>
          </a:p>
        </p:txBody>
      </p:sp>
      <p:sp>
        <p:nvSpPr>
          <p:cNvPr id="7" name="제목 1"/>
          <p:cNvSpPr txBox="1">
            <a:spLocks/>
          </p:cNvSpPr>
          <p:nvPr/>
        </p:nvSpPr>
        <p:spPr>
          <a:xfrm>
            <a:off x="2123728" y="980728"/>
            <a:ext cx="6563072" cy="615603"/>
          </a:xfrm>
          <a:prstGeom prst="rect">
            <a:avLst/>
          </a:prstGeom>
        </p:spPr>
        <p:txBody>
          <a:bodyPr vert="horz" lIns="91440" tIns="45720" rIns="91440" bIns="45720" rtlCol="0" anchor="ctr">
            <a:noAutofit/>
          </a:bodyPr>
          <a:lstStyle>
            <a:lvl1pPr algn="r" rtl="0" eaLnBrk="1" latinLnBrk="1" hangingPunct="1">
              <a:spcBef>
                <a:spcPct val="0"/>
              </a:spcBef>
              <a:buNone/>
              <a:defRPr kumimoji="0" sz="2800" b="0" kern="1200">
                <a:ln>
                  <a:noFill/>
                </a:ln>
                <a:solidFill>
                  <a:srgbClr val="374971"/>
                </a:solidFill>
                <a:effectLst/>
                <a:latin typeface="+mj-lt"/>
                <a:ea typeface="+mj-ea"/>
                <a:cs typeface="+mj-cs"/>
              </a:defRPr>
            </a:lvl1pPr>
          </a:lstStyle>
          <a:p>
            <a:pPr latinLnBrk="0" eaLnBrk="1"/>
            <a:r>
              <a:rPr>
                <a:solidFill>
                  <a:srgbClr val="34497A"/>
                </a:solidFill>
              </a:rPr>
              <a:t>Settings</a:t>
            </a:r>
          </a:p>
        </p:txBody>
      </p:sp>
      <p:pic>
        <p:nvPicPr>
          <p:cNvPr id="8" name="Picture 7" descr="ui_04_settings.jpg"/>
          <p:cNvPicPr>
            <a:picLocks noChangeAspect="1"/>
          </p:cNvPicPr>
          <p:nvPr/>
        </p:nvPicPr>
        <p:blipFill>
          <a:blip r:embed="rId2"/>
          <a:stretch>
            <a:fillRect/>
          </a:stretch>
        </p:blipFill>
        <p:spPr>
          <a:xfrm>
            <a:off x="320040" y="1783080"/>
            <a:ext cx="5577840" cy="3137535"/>
          </a:xfrm>
          <a:prstGeom prst="rect">
            <a:avLst/>
          </a:prstGeom>
        </p:spPr>
      </p:pic>
      <p:sp>
        <p:nvSpPr>
          <p:cNvPr id="9" name="Oval 8">
            <a:extLst>
              <a:ext uri="{FF2B5EF4-FFF2-40B4-BE49-F238E27FC236}">
                <a16:creationId xmlns:a16="http://schemas.microsoft.com/office/drawing/2014/main" id="{8E984AB7-EF75-44A4-AB87-B372E5B32EB0}"/>
              </a:ext>
            </a:extLst>
          </p:cNvPr>
          <p:cNvSpPr/>
          <p:nvPr/>
        </p:nvSpPr>
        <p:spPr>
          <a:xfrm>
            <a:off x="1560006" y="2302575"/>
            <a:ext cx="216024" cy="216024"/>
          </a:xfrm>
          <a:prstGeom prst="ellipse">
            <a:avLst/>
          </a:prstGeom>
          <a:solidFill>
            <a:srgbClr val="94C46F"/>
          </a:solidFill>
          <a:ln>
            <a:solidFill>
              <a:srgbClr val="94C46F"/>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sz="1400" dirty="0"/>
              <a:t>1</a:t>
            </a:r>
            <a:endParaRPr lang="en-US" dirty="0"/>
          </a:p>
        </p:txBody>
      </p:sp>
      <p:sp>
        <p:nvSpPr>
          <p:cNvPr id="9" name="Oval 8">
            <a:extLst>
              <a:ext uri="{FF2B5EF4-FFF2-40B4-BE49-F238E27FC236}">
                <a16:creationId xmlns:a16="http://schemas.microsoft.com/office/drawing/2014/main" id="{8E984AB7-EF75-44A4-AB87-B372E5B32EB0}"/>
              </a:ext>
            </a:extLst>
          </p:cNvPr>
          <p:cNvSpPr/>
          <p:nvPr/>
        </p:nvSpPr>
        <p:spPr>
          <a:xfrm>
            <a:off x="2318243" y="2677336"/>
            <a:ext cx="216024" cy="216024"/>
          </a:xfrm>
          <a:prstGeom prst="ellipse">
            <a:avLst/>
          </a:prstGeom>
          <a:solidFill>
            <a:srgbClr val="94C46F"/>
          </a:solidFill>
          <a:ln>
            <a:solidFill>
              <a:srgbClr val="94C46F"/>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sz="1400" dirty="0"/>
              <a:t>2</a:t>
            </a:r>
            <a:endParaRPr lang="en-US" dirty="0"/>
          </a:p>
        </p:txBody>
      </p:sp>
      <p:sp>
        <p:nvSpPr>
          <p:cNvPr id="9" name="Oval 8">
            <a:extLst>
              <a:ext uri="{FF2B5EF4-FFF2-40B4-BE49-F238E27FC236}">
                <a16:creationId xmlns:a16="http://schemas.microsoft.com/office/drawing/2014/main" id="{8E984AB7-EF75-44A4-AB87-B372E5B32EB0}"/>
              </a:ext>
            </a:extLst>
          </p:cNvPr>
          <p:cNvSpPr/>
          <p:nvPr/>
        </p:nvSpPr>
        <p:spPr>
          <a:xfrm>
            <a:off x="2289192" y="3037571"/>
            <a:ext cx="216024" cy="216024"/>
          </a:xfrm>
          <a:prstGeom prst="ellipse">
            <a:avLst/>
          </a:prstGeom>
          <a:solidFill>
            <a:srgbClr val="94C46F"/>
          </a:solidFill>
          <a:ln>
            <a:solidFill>
              <a:srgbClr val="94C46F"/>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sz="1400" dirty="0"/>
              <a:t>3</a:t>
            </a:r>
            <a:endParaRPr lang="en-US" dirty="0"/>
          </a:p>
        </p:txBody>
      </p:sp>
      <p:graphicFrame>
        <p:nvGraphicFramePr>
          <p:cNvPr id="4" name="Table 3">
            <a:extLst>
              <a:ext uri="{FF2B5EF4-FFF2-40B4-BE49-F238E27FC236}">
                <a16:creationId xmlns:a16="http://schemas.microsoft.com/office/drawing/2014/main" id="{ECD141EA-C744-4381-9930-2699EC03EE67}"/>
              </a:ext>
            </a:extLst>
          </p:cNvPr>
          <p:cNvGraphicFramePr>
            <a:graphicFrameLocks noGrp="1"/>
          </p:cNvGraphicFramePr>
          <p:nvPr>
            <p:extLst>
              <p:ext uri="{D42A27DB-BD31-4B8C-83A1-F6EECF244321}">
                <p14:modId xmlns:p14="http://schemas.microsoft.com/office/powerpoint/2010/main" val="1663403640"/>
              </p:ext>
            </p:extLst>
          </p:nvPr>
        </p:nvGraphicFramePr>
        <p:xfrm>
          <a:off x="6035040" y="1783080"/>
          <a:ext cx="2788920" cy="2068890"/>
        </p:xfrm>
        <a:graphic>
          <a:graphicData uri="http://schemas.openxmlformats.org/drawingml/2006/table">
            <a:tbl>
              <a:tblPr firstRow="1" bandRow="1">
                <a:tableStyleId>{5C22544A-7EE6-4342-B048-85BDC9FD1C3A}</a:tableStyleId>
              </a:tblPr>
              <a:tblGrid>
                <a:gridCol w="411480">
                  <a:extLst>
                    <a:ext uri="{9D8B030D-6E8A-4147-A177-3AD203B41FA5}">
                      <a16:colId xmlns:a16="http://schemas.microsoft.com/office/drawing/2014/main" val="78765453"/>
                    </a:ext>
                  </a:extLst>
                </a:gridCol>
                <a:gridCol w="2377440">
                  <a:extLst>
                    <a:ext uri="{9D8B030D-6E8A-4147-A177-3AD203B41FA5}">
                      <a16:colId xmlns:a16="http://schemas.microsoft.com/office/drawing/2014/main" val="3768374184"/>
                    </a:ext>
                  </a:extLst>
                </a:gridCol>
              </a:tblGrid>
              <a:tr h="240965">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900" b="1">
                          <a:solidFill>
                            <a:srgbClr val="FFFFFF"/>
                          </a:solidFill>
                          <a:latin typeface="Arial"/>
                        </a:rPr>
                        <a:t>No.</a:t>
                      </a:r>
                    </a:p>
                  </a:txBody>
                  <a:tcPr/>
                </a:tc>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900" b="1">
                          <a:solidFill>
                            <a:srgbClr val="FFFFFF"/>
                          </a:solidFill>
                          <a:latin typeface="Arial"/>
                        </a:rPr>
                        <a:t>Description</a:t>
                      </a:r>
                    </a:p>
                  </a:txBody>
                  <a:tcPr/>
                </a:tc>
                <a:extLst>
                  <a:ext uri="{0D108BD9-81ED-4DB2-BD59-A6C34878D82A}">
                    <a16:rowId xmlns:a16="http://schemas.microsoft.com/office/drawing/2014/main" val="1433768151"/>
                  </a:ext>
                </a:extLst>
              </a:tr>
              <a:tr h="368534">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850" b="0">
                          <a:solidFill>
                            <a:srgbClr val="262626"/>
                          </a:solidFill>
                          <a:latin typeface="Arial"/>
                        </a:rPr>
                        <a:t>1</a:t>
                      </a:r>
                    </a:p>
                  </a:txBody>
                  <a:tcPr/>
                </a:tc>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850" b="0">
                          <a:solidFill>
                            <a:srgbClr val="262626"/>
                          </a:solidFill>
                          <a:latin typeface="Arial"/>
                        </a:rPr>
                        <a:t>Tabs: Integrations, Playlists, Playback, Accessibility, About &amp; credits.</a:t>
                      </a:r>
                    </a:p>
                  </a:txBody>
                  <a:tcPr/>
                </a:tc>
                <a:extLst>
                  <a:ext uri="{0D108BD9-81ED-4DB2-BD59-A6C34878D82A}">
                    <a16:rowId xmlns:a16="http://schemas.microsoft.com/office/drawing/2014/main" val="3432369760"/>
                  </a:ext>
                </a:extLst>
              </a:tr>
              <a:tr h="226790">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850" b="0">
                          <a:solidFill>
                            <a:srgbClr val="262626"/>
                          </a:solidFill>
                          <a:latin typeface="Arial"/>
                        </a:rPr>
                        <a:t>2</a:t>
                      </a:r>
                    </a:p>
                  </a:txBody>
                  <a:tcPr/>
                </a:tc>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850" b="0">
                          <a:solidFill>
                            <a:srgbClr val="262626"/>
                          </a:solidFill>
                          <a:latin typeface="Arial"/>
                        </a:rPr>
                        <a:t>A playlist: type, last sync, guide (EPG). "Configure" opens its settings.</a:t>
                      </a:r>
                    </a:p>
                  </a:txBody>
                  <a:tcPr/>
                </a:tc>
                <a:extLst>
                  <a:ext uri="{0D108BD9-81ED-4DB2-BD59-A6C34878D82A}">
                    <a16:rowId xmlns:a16="http://schemas.microsoft.com/office/drawing/2014/main" val="1328630216"/>
                  </a:ext>
                </a:extLst>
              </a:tr>
              <a:tr h="226790">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850" b="0">
                          <a:solidFill>
                            <a:srgbClr val="262626"/>
                          </a:solidFill>
                          <a:latin typeface="Arial"/>
                        </a:rPr>
                        <a:t>3</a:t>
                      </a:r>
                    </a:p>
                  </a:txBody>
                  <a:tcPr/>
                </a:tc>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marL="0" marR="0" lvl="0" indent="0" algn="l" defTabSz="914400" rtl="0" eaLnBrk="1" fontAlgn="b" latinLnBrk="0" hangingPunct="1">
                        <a:lnSpc>
                          <a:spcPct val="100000"/>
                        </a:lnSpc>
                        <a:spcBef>
                          <a:spcPts val="0"/>
                        </a:spcBef>
                        <a:spcAft>
                          <a:spcPts val="0"/>
                        </a:spcAft>
                        <a:buClrTx/>
                        <a:buSzTx/>
                        <a:buFontTx/>
                        <a:buNone/>
                        <a:tabLst/>
                        <a:defRPr/>
                      </a:pPr>
                      <a:r>
                        <a:rPr sz="850" b="0">
                          <a:solidFill>
                            <a:srgbClr val="262626"/>
                          </a:solidFill>
                          <a:latin typeface="Arial"/>
                        </a:rPr>
                        <a:t>"Add list".</a:t>
                      </a:r>
                    </a:p>
                  </a:txBody>
                  <a:tcPr/>
                </a:tc>
                <a:extLst>
                  <a:ext uri="{0D108BD9-81ED-4DB2-BD59-A6C34878D82A}">
                    <a16:rowId xmlns:a16="http://schemas.microsoft.com/office/drawing/2014/main" val="3379408515"/>
                  </a:ext>
                </a:extLst>
              </a:tr>
            </a:tbl>
          </a:graphicData>
        </a:graphic>
      </p:graphicFrame>
      <p:sp>
        <p:nvSpPr>
          <p:cNvPr id="10" name="TextBox 9"/>
          <p:cNvSpPr txBox="1"/>
          <p:nvPr/>
        </p:nvSpPr>
        <p:spPr>
          <a:xfrm>
            <a:off x="320040" y="5030343"/>
            <a:ext cx="5577840" cy="731520"/>
          </a:xfrm>
          <a:prstGeom prst="rect">
            <a:avLst/>
          </a:prstGeom>
          <a:noFill/>
        </p:spPr>
        <p:txBody>
          <a:bodyPr wrap="square">
            <a:spAutoFit/>
          </a:bodyPr>
          <a:lstStyle/>
          <a:p>
            <a:pPr latinLnBrk="0" eaLnBrk="1"/>
            <a:r>
              <a:rPr sz="1000">
                <a:solidFill>
                  <a:srgbClr val="262626"/>
                </a:solidFill>
              </a:rPr>
              <a:t>Integrations: optional TMDB key of the user. Accessibility: Reduce motion and Language.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Menus and Functions</a:t>
            </a:r>
          </a:p>
        </p:txBody>
      </p:sp>
      <p:sp>
        <p:nvSpPr>
          <p:cNvPr id="3" name="Slide Number Placeholder 2"/>
          <p:cNvSpPr>
            <a:spLocks noGrp="1"/>
          </p:cNvSpPr>
          <p:nvPr>
            <p:ph type="sldNum" sz="quarter" idx="4"/>
          </p:nvPr>
        </p:nvSpPr>
        <p:spPr/>
        <p:txBody>
          <a:bodyPr/>
          <a:lstStyle/>
          <a:p>
            <a:fld id="{42AF35AD-09C2-4EBD-8934-72FD947EF48F}" type="slidenum">
              <a:rPr lang="pl-PL" smtClean="0"/>
              <a:pPr/>
              <a:t>16</a:t>
            </a:fld>
            <a:endParaRPr lang="pl-PL" dirty="0"/>
          </a:p>
        </p:txBody>
      </p:sp>
      <p:sp>
        <p:nvSpPr>
          <p:cNvPr id="7" name="제목 1"/>
          <p:cNvSpPr txBox="1">
            <a:spLocks/>
          </p:cNvSpPr>
          <p:nvPr/>
        </p:nvSpPr>
        <p:spPr>
          <a:xfrm>
            <a:off x="2123728" y="980728"/>
            <a:ext cx="6563072" cy="615603"/>
          </a:xfrm>
          <a:prstGeom prst="rect">
            <a:avLst/>
          </a:prstGeom>
        </p:spPr>
        <p:txBody>
          <a:bodyPr vert="horz" lIns="91440" tIns="45720" rIns="91440" bIns="45720" rtlCol="0" anchor="ctr">
            <a:noAutofit/>
          </a:bodyPr>
          <a:lstStyle>
            <a:lvl1pPr algn="r" rtl="0" eaLnBrk="1" latinLnBrk="1" hangingPunct="1">
              <a:spcBef>
                <a:spcPct val="0"/>
              </a:spcBef>
              <a:buNone/>
              <a:defRPr kumimoji="0" sz="2800" b="0" kern="1200">
                <a:ln>
                  <a:noFill/>
                </a:ln>
                <a:solidFill>
                  <a:srgbClr val="374971"/>
                </a:solidFill>
                <a:effectLst/>
                <a:latin typeface="+mj-lt"/>
                <a:ea typeface="+mj-ea"/>
                <a:cs typeface="+mj-cs"/>
              </a:defRPr>
            </a:lvl1pPr>
          </a:lstStyle>
          <a:p>
            <a:pPr latinLnBrk="0" eaLnBrk="1"/>
            <a:r>
              <a:rPr>
                <a:solidFill>
                  <a:srgbClr val="34497A"/>
                </a:solidFill>
              </a:rPr>
              <a:t>Settings › Playback</a:t>
            </a:r>
          </a:p>
        </p:txBody>
      </p:sp>
      <p:pic>
        <p:nvPicPr>
          <p:cNvPr id="8" name="Picture 7" descr="ui_04b_playback.jpg"/>
          <p:cNvPicPr>
            <a:picLocks noChangeAspect="1"/>
          </p:cNvPicPr>
          <p:nvPr/>
        </p:nvPicPr>
        <p:blipFill>
          <a:blip r:embed="rId2"/>
          <a:stretch>
            <a:fillRect/>
          </a:stretch>
        </p:blipFill>
        <p:spPr>
          <a:xfrm>
            <a:off x="320040" y="1783080"/>
            <a:ext cx="5577840" cy="3137535"/>
          </a:xfrm>
          <a:prstGeom prst="rect">
            <a:avLst/>
          </a:prstGeom>
        </p:spPr>
      </p:pic>
      <p:sp>
        <p:nvSpPr>
          <p:cNvPr id="9" name="Oval 8">
            <a:extLst>
              <a:ext uri="{FF2B5EF4-FFF2-40B4-BE49-F238E27FC236}">
                <a16:creationId xmlns:a16="http://schemas.microsoft.com/office/drawing/2014/main" id="{8E984AB7-EF75-44A4-AB87-B372E5B32EB0}"/>
              </a:ext>
            </a:extLst>
          </p:cNvPr>
          <p:cNvSpPr/>
          <p:nvPr/>
        </p:nvSpPr>
        <p:spPr>
          <a:xfrm>
            <a:off x="2826640" y="2732533"/>
            <a:ext cx="216024" cy="216024"/>
          </a:xfrm>
          <a:prstGeom prst="ellipse">
            <a:avLst/>
          </a:prstGeom>
          <a:solidFill>
            <a:srgbClr val="94C46F"/>
          </a:solidFill>
          <a:ln>
            <a:solidFill>
              <a:srgbClr val="94C46F"/>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sz="1400" dirty="0"/>
              <a:t>1</a:t>
            </a:r>
            <a:endParaRPr lang="en-US" dirty="0"/>
          </a:p>
        </p:txBody>
      </p:sp>
      <p:sp>
        <p:nvSpPr>
          <p:cNvPr id="9" name="Oval 8">
            <a:extLst>
              <a:ext uri="{FF2B5EF4-FFF2-40B4-BE49-F238E27FC236}">
                <a16:creationId xmlns:a16="http://schemas.microsoft.com/office/drawing/2014/main" id="{8E984AB7-EF75-44A4-AB87-B372E5B32EB0}"/>
              </a:ext>
            </a:extLst>
          </p:cNvPr>
          <p:cNvSpPr/>
          <p:nvPr/>
        </p:nvSpPr>
        <p:spPr>
          <a:xfrm>
            <a:off x="2826640" y="3002710"/>
            <a:ext cx="216024" cy="216024"/>
          </a:xfrm>
          <a:prstGeom prst="ellipse">
            <a:avLst/>
          </a:prstGeom>
          <a:solidFill>
            <a:srgbClr val="94C46F"/>
          </a:solidFill>
          <a:ln>
            <a:solidFill>
              <a:srgbClr val="94C46F"/>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sz="1400" dirty="0"/>
              <a:t>2</a:t>
            </a:r>
            <a:endParaRPr lang="en-US" dirty="0"/>
          </a:p>
        </p:txBody>
      </p:sp>
      <p:sp>
        <p:nvSpPr>
          <p:cNvPr id="9" name="Oval 8">
            <a:extLst>
              <a:ext uri="{FF2B5EF4-FFF2-40B4-BE49-F238E27FC236}">
                <a16:creationId xmlns:a16="http://schemas.microsoft.com/office/drawing/2014/main" id="{8E984AB7-EF75-44A4-AB87-B372E5B32EB0}"/>
              </a:ext>
            </a:extLst>
          </p:cNvPr>
          <p:cNvSpPr/>
          <p:nvPr/>
        </p:nvSpPr>
        <p:spPr>
          <a:xfrm>
            <a:off x="2826640" y="3272886"/>
            <a:ext cx="216024" cy="216024"/>
          </a:xfrm>
          <a:prstGeom prst="ellipse">
            <a:avLst/>
          </a:prstGeom>
          <a:solidFill>
            <a:srgbClr val="94C46F"/>
          </a:solidFill>
          <a:ln>
            <a:solidFill>
              <a:srgbClr val="94C46F"/>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sz="1400" dirty="0"/>
              <a:t>3</a:t>
            </a:r>
            <a:endParaRPr lang="en-US" dirty="0"/>
          </a:p>
        </p:txBody>
      </p:sp>
      <p:sp>
        <p:nvSpPr>
          <p:cNvPr id="9" name="Oval 8">
            <a:extLst>
              <a:ext uri="{FF2B5EF4-FFF2-40B4-BE49-F238E27FC236}">
                <a16:creationId xmlns:a16="http://schemas.microsoft.com/office/drawing/2014/main" id="{8E984AB7-EF75-44A4-AB87-B372E5B32EB0}"/>
              </a:ext>
            </a:extLst>
          </p:cNvPr>
          <p:cNvSpPr/>
          <p:nvPr/>
        </p:nvSpPr>
        <p:spPr>
          <a:xfrm>
            <a:off x="2826640" y="3543063"/>
            <a:ext cx="216024" cy="216024"/>
          </a:xfrm>
          <a:prstGeom prst="ellipse">
            <a:avLst/>
          </a:prstGeom>
          <a:solidFill>
            <a:srgbClr val="94C46F"/>
          </a:solidFill>
          <a:ln>
            <a:solidFill>
              <a:srgbClr val="94C46F"/>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sz="1400" dirty="0"/>
              <a:t>4</a:t>
            </a:r>
            <a:endParaRPr lang="en-US" dirty="0"/>
          </a:p>
        </p:txBody>
      </p:sp>
      <p:graphicFrame>
        <p:nvGraphicFramePr>
          <p:cNvPr id="4" name="Table 3">
            <a:extLst>
              <a:ext uri="{FF2B5EF4-FFF2-40B4-BE49-F238E27FC236}">
                <a16:creationId xmlns:a16="http://schemas.microsoft.com/office/drawing/2014/main" id="{ECD141EA-C744-4381-9930-2699EC03EE67}"/>
              </a:ext>
            </a:extLst>
          </p:cNvPr>
          <p:cNvGraphicFramePr>
            <a:graphicFrameLocks noGrp="1"/>
          </p:cNvGraphicFramePr>
          <p:nvPr>
            <p:extLst>
              <p:ext uri="{D42A27DB-BD31-4B8C-83A1-F6EECF244321}">
                <p14:modId xmlns:p14="http://schemas.microsoft.com/office/powerpoint/2010/main" val="1663403640"/>
              </p:ext>
            </p:extLst>
          </p:nvPr>
        </p:nvGraphicFramePr>
        <p:xfrm>
          <a:off x="6035040" y="1783080"/>
          <a:ext cx="2788920" cy="2068890"/>
        </p:xfrm>
        <a:graphic>
          <a:graphicData uri="http://schemas.openxmlformats.org/drawingml/2006/table">
            <a:tbl>
              <a:tblPr firstRow="1" bandRow="1">
                <a:tableStyleId>{5C22544A-7EE6-4342-B048-85BDC9FD1C3A}</a:tableStyleId>
              </a:tblPr>
              <a:tblGrid>
                <a:gridCol w="411480">
                  <a:extLst>
                    <a:ext uri="{9D8B030D-6E8A-4147-A177-3AD203B41FA5}">
                      <a16:colId xmlns:a16="http://schemas.microsoft.com/office/drawing/2014/main" val="78765453"/>
                    </a:ext>
                  </a:extLst>
                </a:gridCol>
                <a:gridCol w="2377440">
                  <a:extLst>
                    <a:ext uri="{9D8B030D-6E8A-4147-A177-3AD203B41FA5}">
                      <a16:colId xmlns:a16="http://schemas.microsoft.com/office/drawing/2014/main" val="3768374184"/>
                    </a:ext>
                  </a:extLst>
                </a:gridCol>
              </a:tblGrid>
              <a:tr h="240965">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900" b="1">
                          <a:solidFill>
                            <a:srgbClr val="FFFFFF"/>
                          </a:solidFill>
                          <a:latin typeface="Arial"/>
                        </a:rPr>
                        <a:t>No.</a:t>
                      </a:r>
                    </a:p>
                  </a:txBody>
                  <a:tcPr/>
                </a:tc>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900" b="1">
                          <a:solidFill>
                            <a:srgbClr val="FFFFFF"/>
                          </a:solidFill>
                          <a:latin typeface="Arial"/>
                        </a:rPr>
                        <a:t>Description</a:t>
                      </a:r>
                    </a:p>
                  </a:txBody>
                  <a:tcPr/>
                </a:tc>
                <a:extLst>
                  <a:ext uri="{0D108BD9-81ED-4DB2-BD59-A6C34878D82A}">
                    <a16:rowId xmlns:a16="http://schemas.microsoft.com/office/drawing/2014/main" val="1433768151"/>
                  </a:ext>
                </a:extLst>
              </a:tr>
              <a:tr h="368534">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850" b="0">
                          <a:solidFill>
                            <a:srgbClr val="262626"/>
                          </a:solidFill>
                          <a:latin typeface="Arial"/>
                        </a:rPr>
                        <a:t>1</a:t>
                      </a:r>
                    </a:p>
                  </a:txBody>
                  <a:tcPr/>
                </a:tc>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850" b="0">
                          <a:solidFill>
                            <a:srgbClr val="262626"/>
                          </a:solidFill>
                          <a:latin typeface="Arial"/>
                        </a:rPr>
                        <a:t>Default aspect.</a:t>
                      </a:r>
                    </a:p>
                  </a:txBody>
                  <a:tcPr/>
                </a:tc>
                <a:extLst>
                  <a:ext uri="{0D108BD9-81ED-4DB2-BD59-A6C34878D82A}">
                    <a16:rowId xmlns:a16="http://schemas.microsoft.com/office/drawing/2014/main" val="3432369760"/>
                  </a:ext>
                </a:extLst>
              </a:tr>
              <a:tr h="226790">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850" b="0">
                          <a:solidFill>
                            <a:srgbClr val="262626"/>
                          </a:solidFill>
                          <a:latin typeface="Arial"/>
                        </a:rPr>
                        <a:t>2</a:t>
                      </a:r>
                    </a:p>
                  </a:txBody>
                  <a:tcPr/>
                </a:tc>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850" b="0">
                          <a:solidFill>
                            <a:srgbClr val="262626"/>
                          </a:solidFill>
                          <a:latin typeface="Arial"/>
                        </a:rPr>
                        <a:t>Default quality.</a:t>
                      </a:r>
                    </a:p>
                  </a:txBody>
                  <a:tcPr/>
                </a:tc>
                <a:extLst>
                  <a:ext uri="{0D108BD9-81ED-4DB2-BD59-A6C34878D82A}">
                    <a16:rowId xmlns:a16="http://schemas.microsoft.com/office/drawing/2014/main" val="1328630216"/>
                  </a:ext>
                </a:extLst>
              </a:tr>
              <a:tr h="226790">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850" b="0">
                          <a:solidFill>
                            <a:srgbClr val="262626"/>
                          </a:solidFill>
                          <a:latin typeface="Arial"/>
                        </a:rPr>
                        <a:t>3</a:t>
                      </a:r>
                    </a:p>
                  </a:txBody>
                  <a:tcPr/>
                </a:tc>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marL="0" marR="0" lvl="0" indent="0" algn="l" defTabSz="914400" rtl="0" eaLnBrk="1" fontAlgn="b" latinLnBrk="0" hangingPunct="1">
                        <a:lnSpc>
                          <a:spcPct val="100000"/>
                        </a:lnSpc>
                        <a:spcBef>
                          <a:spcPts val="0"/>
                        </a:spcBef>
                        <a:spcAft>
                          <a:spcPts val="0"/>
                        </a:spcAft>
                        <a:buClrTx/>
                        <a:buSzTx/>
                        <a:buFontTx/>
                        <a:buNone/>
                        <a:tabLst/>
                        <a:defRPr/>
                      </a:pPr>
                      <a:r>
                        <a:rPr sz="850" b="0">
                          <a:solidFill>
                            <a:srgbClr val="262626"/>
                          </a:solidFill>
                          <a:latin typeface="Arial"/>
                        </a:rPr>
                        <a:t>Audio language.</a:t>
                      </a:r>
                    </a:p>
                  </a:txBody>
                  <a:tcPr/>
                </a:tc>
                <a:extLst>
                  <a:ext uri="{0D108BD9-81ED-4DB2-BD59-A6C34878D82A}">
                    <a16:rowId xmlns:a16="http://schemas.microsoft.com/office/drawing/2014/main" val="3379408515"/>
                  </a:ext>
                </a:extLst>
              </a:tr>
              <a:tr h="226790">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850" b="0">
                          <a:solidFill>
                            <a:srgbClr val="262626"/>
                          </a:solidFill>
                          <a:latin typeface="Arial"/>
                        </a:rPr>
                        <a:t>4</a:t>
                      </a:r>
                    </a:p>
                  </a:txBody>
                  <a:tcPr/>
                </a:tc>
                <a:tc>
                  <a:txBody>
                    <a:bodyPr/>
                    <a:lstStyle>
                      <a:lvl1pPr marL="0" algn="l" rtl="0" eaLnBrk="1" latinLnBrk="1" hangingPunct="1">
                        <a:defRPr kumimoji="0" kern="1200">
                          <a:solidFill>
                            <a:schemeClr val="tx1"/>
                          </a:solidFill>
                          <a:latin typeface="Calibri" panose="020F0502020204030204"/>
                        </a:defRPr>
                      </a:lvl1pPr>
                      <a:lvl2pPr marL="457200" algn="l" rtl="0" eaLnBrk="1" latinLnBrk="1" hangingPunct="1">
                        <a:defRPr kumimoji="0" kern="1200">
                          <a:solidFill>
                            <a:schemeClr val="tx1"/>
                          </a:solidFill>
                          <a:latin typeface="Calibri" panose="020F0502020204030204"/>
                        </a:defRPr>
                      </a:lvl2pPr>
                      <a:lvl3pPr marL="914400" algn="l" rtl="0" eaLnBrk="1" latinLnBrk="1" hangingPunct="1">
                        <a:defRPr kumimoji="0" kern="1200">
                          <a:solidFill>
                            <a:schemeClr val="tx1"/>
                          </a:solidFill>
                          <a:latin typeface="Calibri" panose="020F0502020204030204"/>
                        </a:defRPr>
                      </a:lvl3pPr>
                      <a:lvl4pPr marL="1371600" algn="l" rtl="0" eaLnBrk="1" latinLnBrk="1" hangingPunct="1">
                        <a:defRPr kumimoji="0" kern="1200">
                          <a:solidFill>
                            <a:schemeClr val="tx1"/>
                          </a:solidFill>
                          <a:latin typeface="Calibri" panose="020F0502020204030204"/>
                        </a:defRPr>
                      </a:lvl4pPr>
                      <a:lvl5pPr marL="1828800" algn="l" rtl="0" eaLnBrk="1" latinLnBrk="1" hangingPunct="1">
                        <a:defRPr kumimoji="0" kern="1200">
                          <a:solidFill>
                            <a:schemeClr val="tx1"/>
                          </a:solidFill>
                          <a:latin typeface="Calibri" panose="020F0502020204030204"/>
                        </a:defRPr>
                      </a:lvl5pPr>
                      <a:lvl6pPr marL="2286000" algn="l" rtl="0" eaLnBrk="1" latinLnBrk="1" hangingPunct="1">
                        <a:defRPr kumimoji="0" kern="1200">
                          <a:solidFill>
                            <a:schemeClr val="tx1"/>
                          </a:solidFill>
                          <a:latin typeface="Calibri" panose="020F0502020204030204"/>
                        </a:defRPr>
                      </a:lvl6pPr>
                      <a:lvl7pPr marL="2743200" algn="l" rtl="0" eaLnBrk="1" latinLnBrk="1" hangingPunct="1">
                        <a:defRPr kumimoji="0" kern="1200">
                          <a:solidFill>
                            <a:schemeClr val="tx1"/>
                          </a:solidFill>
                          <a:latin typeface="Calibri" panose="020F0502020204030204"/>
                        </a:defRPr>
                      </a:lvl7pPr>
                      <a:lvl8pPr marL="3200400" algn="l" rtl="0" eaLnBrk="1" latinLnBrk="1" hangingPunct="1">
                        <a:defRPr kumimoji="0" kern="1200">
                          <a:solidFill>
                            <a:schemeClr val="tx1"/>
                          </a:solidFill>
                          <a:latin typeface="Calibri" panose="020F0502020204030204"/>
                        </a:defRPr>
                      </a:lvl8pPr>
                      <a:lvl9pPr marL="3657600" algn="l" rtl="0" eaLnBrk="1" latinLnBrk="1" hangingPunct="1">
                        <a:defRPr kumimoji="0" kern="1200">
                          <a:solidFill>
                            <a:schemeClr val="tx1"/>
                          </a:solidFill>
                          <a:latin typeface="Calibri" panose="020F0502020204030204"/>
                        </a:defRPr>
                      </a:lvl9pPr>
                    </a:lstStyle>
                    <a:p>
                      <a:pPr algn="l" fontAlgn="b" latinLnBrk="0" eaLnBrk="1"/>
                      <a:r>
                        <a:rPr sz="850" b="0">
                          <a:solidFill>
                            <a:srgbClr val="262626"/>
                          </a:solidFill>
                          <a:latin typeface="Arial"/>
                        </a:rPr>
                        <a:t>Subtitles.</a:t>
                      </a:r>
                    </a:p>
                  </a:txBody>
                  <a:tcPr/>
                </a:tc>
                <a:extLst>
                  <a:ext uri="{0D108BD9-81ED-4DB2-BD59-A6C34878D82A}">
                    <a16:rowId xmlns:a16="http://schemas.microsoft.com/office/drawing/2014/main" val="3928309716"/>
                  </a:ext>
                </a:extLst>
              </a:tr>
            </a:tbl>
          </a:graphicData>
        </a:graphic>
      </p:graphicFrame>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Remote Control Keys</a:t>
            </a:r>
          </a:p>
        </p:txBody>
      </p:sp>
      <p:sp>
        <p:nvSpPr>
          <p:cNvPr id="3" name="Slide Number Placeholder 2"/>
          <p:cNvSpPr>
            <a:spLocks noGrp="1"/>
          </p:cNvSpPr>
          <p:nvPr>
            <p:ph type="sldNum" sz="quarter" idx="4"/>
          </p:nvPr>
        </p:nvSpPr>
        <p:spPr/>
        <p:txBody>
          <a:bodyPr/>
          <a:lstStyle/>
          <a:p>
            <a:fld id="{42AF35AD-09C2-4EBD-8934-72FD947EF48F}" type="slidenum">
              <a:rPr lang="pl-PL" smtClean="0"/>
              <a:pPr/>
              <a:t>19</a:t>
            </a:fld>
            <a:endParaRPr lang="pl-PL" dirty="0"/>
          </a:p>
        </p:txBody>
      </p:sp>
      <p:graphicFrame>
        <p:nvGraphicFramePr>
          <p:cNvPr id="9" name="Table 8"/>
          <p:cNvGraphicFramePr>
            <a:graphicFrameLocks noGrp="1"/>
          </p:cNvGraphicFramePr>
          <p:nvPr>
            <p:extLst>
              <p:ext uri="{D42A27DB-BD31-4B8C-83A1-F6EECF244321}">
                <p14:modId xmlns:p14="http://schemas.microsoft.com/office/powerpoint/2010/main" val="1005736217"/>
              </p:ext>
            </p:extLst>
          </p:nvPr>
        </p:nvGraphicFramePr>
        <p:xfrm>
          <a:off x="606388" y="1600200"/>
          <a:ext cx="7909560" cy="3173712"/>
        </p:xfrm>
        <a:graphic>
          <a:graphicData uri="http://schemas.openxmlformats.org/drawingml/2006/table">
            <a:tbl>
              <a:tblPr firstRow="1" bandRow="1">
                <a:tableStyleId>{5C22544A-7EE6-4342-B048-85BDC9FD1C3A}</a:tableStyleId>
              </a:tblPr>
              <a:tblGrid>
                <a:gridCol w="1691640">
                  <a:extLst>
                    <a:ext uri="{9D8B030D-6E8A-4147-A177-3AD203B41FA5}">
                      <a16:colId xmlns:a16="http://schemas.microsoft.com/office/drawing/2014/main" val="20000"/>
                    </a:ext>
                  </a:extLst>
                </a:gridCol>
                <a:gridCol w="4434840">
                  <a:extLst>
                    <a:ext uri="{9D8B030D-6E8A-4147-A177-3AD203B41FA5}">
                      <a16:colId xmlns:a16="http://schemas.microsoft.com/office/drawing/2014/main" val="20001"/>
                    </a:ext>
                  </a:extLst>
                </a:gridCol>
                <a:gridCol w="1783080">
                  <a:extLst>
                    <a:ext uri="{9D8B030D-6E8A-4147-A177-3AD203B41FA5}">
                      <a16:colId xmlns:a16="http://schemas.microsoft.com/office/drawing/2014/main" val="20002"/>
                    </a:ext>
                  </a:extLst>
                </a:gridCol>
              </a:tblGrid>
              <a:tr h="370840">
                <a:tc>
                  <a:txBody>
                    <a:bodyPr/>
                    <a:lstStyle>
                      <a:lvl1pPr marL="0" algn="l" rtl="0" eaLnBrk="1" latinLnBrk="1" hangingPunct="1">
                        <a:defRPr kumimoji="0" b="1" kern="1200">
                          <a:solidFill>
                            <a:schemeClr val="lt1"/>
                          </a:solidFill>
                          <a:latin typeface="Arial" panose="020B0604020202020204"/>
                        </a:defRPr>
                      </a:lvl1pPr>
                      <a:lvl2pPr marL="457200" algn="l" rtl="0" eaLnBrk="1" latinLnBrk="1" hangingPunct="1">
                        <a:defRPr kumimoji="0" b="1" kern="1200">
                          <a:solidFill>
                            <a:schemeClr val="lt1"/>
                          </a:solidFill>
                          <a:latin typeface="Arial" panose="020B0604020202020204"/>
                        </a:defRPr>
                      </a:lvl2pPr>
                      <a:lvl3pPr marL="914400" algn="l" rtl="0" eaLnBrk="1" latinLnBrk="1" hangingPunct="1">
                        <a:defRPr kumimoji="0" b="1" kern="1200">
                          <a:solidFill>
                            <a:schemeClr val="lt1"/>
                          </a:solidFill>
                          <a:latin typeface="Arial" panose="020B0604020202020204"/>
                        </a:defRPr>
                      </a:lvl3pPr>
                      <a:lvl4pPr marL="1371600" algn="l" rtl="0" eaLnBrk="1" latinLnBrk="1" hangingPunct="1">
                        <a:defRPr kumimoji="0" b="1" kern="1200">
                          <a:solidFill>
                            <a:schemeClr val="lt1"/>
                          </a:solidFill>
                          <a:latin typeface="Arial" panose="020B0604020202020204"/>
                        </a:defRPr>
                      </a:lvl4pPr>
                      <a:lvl5pPr marL="1828800" algn="l" rtl="0" eaLnBrk="1" latinLnBrk="1" hangingPunct="1">
                        <a:defRPr kumimoji="0" b="1" kern="1200">
                          <a:solidFill>
                            <a:schemeClr val="lt1"/>
                          </a:solidFill>
                          <a:latin typeface="Arial" panose="020B0604020202020204"/>
                        </a:defRPr>
                      </a:lvl5pPr>
                      <a:lvl6pPr marL="2286000" algn="l" rtl="0" eaLnBrk="1" latinLnBrk="1" hangingPunct="1">
                        <a:defRPr kumimoji="0" b="1" kern="1200">
                          <a:solidFill>
                            <a:schemeClr val="lt1"/>
                          </a:solidFill>
                          <a:latin typeface="Arial" panose="020B0604020202020204"/>
                        </a:defRPr>
                      </a:lvl6pPr>
                      <a:lvl7pPr marL="2743200" algn="l" rtl="0" eaLnBrk="1" latinLnBrk="1" hangingPunct="1">
                        <a:defRPr kumimoji="0" b="1" kern="1200">
                          <a:solidFill>
                            <a:schemeClr val="lt1"/>
                          </a:solidFill>
                          <a:latin typeface="Arial" panose="020B0604020202020204"/>
                        </a:defRPr>
                      </a:lvl7pPr>
                      <a:lvl8pPr marL="3200400" algn="l" rtl="0" eaLnBrk="1" latinLnBrk="1" hangingPunct="1">
                        <a:defRPr kumimoji="0" b="1" kern="1200">
                          <a:solidFill>
                            <a:schemeClr val="lt1"/>
                          </a:solidFill>
                          <a:latin typeface="Arial" panose="020B0604020202020204"/>
                        </a:defRPr>
                      </a:lvl8pPr>
                      <a:lvl9pPr marL="3657600" algn="l" rtl="0" eaLnBrk="1" latinLnBrk="1" hangingPunct="1">
                        <a:defRPr kumimoji="0" b="1" kern="1200">
                          <a:solidFill>
                            <a:schemeClr val="lt1"/>
                          </a:solidFill>
                          <a:latin typeface="Arial" panose="020B0604020202020204"/>
                        </a:defRPr>
                      </a:lvl9pPr>
                    </a:lstStyle>
                    <a:p>
                      <a:pPr latinLnBrk="0" eaLnBrk="1"/>
                      <a:r>
                        <a:rPr sz="1000" b="1">
                          <a:solidFill>
                            <a:srgbClr val="FFFFFF"/>
                          </a:solidFill>
                          <a:latin typeface="Arial"/>
                        </a:rPr>
                        <a:t>Key</a:t>
                      </a:r>
                      <a:endParaRPr lang="ko-KR" altLang="en-US" sz="1400" dirty="0"/>
                    </a:p>
                  </a:txBody>
                  <a:tcPr marL="108000" anchor="ctr"/>
                </a:tc>
                <a:tc>
                  <a:txBody>
                    <a:bodyPr/>
                    <a:lstStyle>
                      <a:lvl1pPr marL="0" algn="l" rtl="0" eaLnBrk="1" latinLnBrk="1" hangingPunct="1">
                        <a:defRPr kumimoji="0" b="1" kern="1200">
                          <a:solidFill>
                            <a:schemeClr val="lt1"/>
                          </a:solidFill>
                          <a:latin typeface="Arial" panose="020B0604020202020204"/>
                        </a:defRPr>
                      </a:lvl1pPr>
                      <a:lvl2pPr marL="457200" algn="l" rtl="0" eaLnBrk="1" latinLnBrk="1" hangingPunct="1">
                        <a:defRPr kumimoji="0" b="1" kern="1200">
                          <a:solidFill>
                            <a:schemeClr val="lt1"/>
                          </a:solidFill>
                          <a:latin typeface="Arial" panose="020B0604020202020204"/>
                        </a:defRPr>
                      </a:lvl2pPr>
                      <a:lvl3pPr marL="914400" algn="l" rtl="0" eaLnBrk="1" latinLnBrk="1" hangingPunct="1">
                        <a:defRPr kumimoji="0" b="1" kern="1200">
                          <a:solidFill>
                            <a:schemeClr val="lt1"/>
                          </a:solidFill>
                          <a:latin typeface="Arial" panose="020B0604020202020204"/>
                        </a:defRPr>
                      </a:lvl3pPr>
                      <a:lvl4pPr marL="1371600" algn="l" rtl="0" eaLnBrk="1" latinLnBrk="1" hangingPunct="1">
                        <a:defRPr kumimoji="0" b="1" kern="1200">
                          <a:solidFill>
                            <a:schemeClr val="lt1"/>
                          </a:solidFill>
                          <a:latin typeface="Arial" panose="020B0604020202020204"/>
                        </a:defRPr>
                      </a:lvl4pPr>
                      <a:lvl5pPr marL="1828800" algn="l" rtl="0" eaLnBrk="1" latinLnBrk="1" hangingPunct="1">
                        <a:defRPr kumimoji="0" b="1" kern="1200">
                          <a:solidFill>
                            <a:schemeClr val="lt1"/>
                          </a:solidFill>
                          <a:latin typeface="Arial" panose="020B0604020202020204"/>
                        </a:defRPr>
                      </a:lvl5pPr>
                      <a:lvl6pPr marL="2286000" algn="l" rtl="0" eaLnBrk="1" latinLnBrk="1" hangingPunct="1">
                        <a:defRPr kumimoji="0" b="1" kern="1200">
                          <a:solidFill>
                            <a:schemeClr val="lt1"/>
                          </a:solidFill>
                          <a:latin typeface="Arial" panose="020B0604020202020204"/>
                        </a:defRPr>
                      </a:lvl6pPr>
                      <a:lvl7pPr marL="2743200" algn="l" rtl="0" eaLnBrk="1" latinLnBrk="1" hangingPunct="1">
                        <a:defRPr kumimoji="0" b="1" kern="1200">
                          <a:solidFill>
                            <a:schemeClr val="lt1"/>
                          </a:solidFill>
                          <a:latin typeface="Arial" panose="020B0604020202020204"/>
                        </a:defRPr>
                      </a:lvl7pPr>
                      <a:lvl8pPr marL="3200400" algn="l" rtl="0" eaLnBrk="1" latinLnBrk="1" hangingPunct="1">
                        <a:defRPr kumimoji="0" b="1" kern="1200">
                          <a:solidFill>
                            <a:schemeClr val="lt1"/>
                          </a:solidFill>
                          <a:latin typeface="Arial" panose="020B0604020202020204"/>
                        </a:defRPr>
                      </a:lvl8pPr>
                      <a:lvl9pPr marL="3657600" algn="l" rtl="0" eaLnBrk="1" latinLnBrk="1" hangingPunct="1">
                        <a:defRPr kumimoji="0" b="1" kern="1200">
                          <a:solidFill>
                            <a:schemeClr val="lt1"/>
                          </a:solidFill>
                          <a:latin typeface="Arial" panose="020B0604020202020204"/>
                        </a:defRPr>
                      </a:lvl9pPr>
                    </a:lstStyle>
                    <a:p>
                      <a:pPr latinLnBrk="0" eaLnBrk="1"/>
                      <a:r>
                        <a:rPr sz="1000" b="1">
                          <a:solidFill>
                            <a:srgbClr val="FFFFFF"/>
                          </a:solidFill>
                          <a:latin typeface="Arial"/>
                        </a:rPr>
                        <a:t>Action</a:t>
                      </a:r>
                      <a:endParaRPr lang="ko-KR" altLang="en-US" sz="1400" dirty="0"/>
                    </a:p>
                  </a:txBody>
                  <a:tcPr marL="108000" anchor="ctr"/>
                </a:tc>
                <a:tc>
                  <a:txBody>
                    <a:bodyPr/>
                    <a:lstStyle>
                      <a:lvl1pPr marL="0" algn="l" rtl="0" eaLnBrk="1" latinLnBrk="1" hangingPunct="1">
                        <a:defRPr kumimoji="0" b="1" kern="1200">
                          <a:solidFill>
                            <a:schemeClr val="lt1"/>
                          </a:solidFill>
                          <a:latin typeface="Arial" panose="020B0604020202020204"/>
                        </a:defRPr>
                      </a:lvl1pPr>
                      <a:lvl2pPr marL="457200" algn="l" rtl="0" eaLnBrk="1" latinLnBrk="1" hangingPunct="1">
                        <a:defRPr kumimoji="0" b="1" kern="1200">
                          <a:solidFill>
                            <a:schemeClr val="lt1"/>
                          </a:solidFill>
                          <a:latin typeface="Arial" panose="020B0604020202020204"/>
                        </a:defRPr>
                      </a:lvl2pPr>
                      <a:lvl3pPr marL="914400" algn="l" rtl="0" eaLnBrk="1" latinLnBrk="1" hangingPunct="1">
                        <a:defRPr kumimoji="0" b="1" kern="1200">
                          <a:solidFill>
                            <a:schemeClr val="lt1"/>
                          </a:solidFill>
                          <a:latin typeface="Arial" panose="020B0604020202020204"/>
                        </a:defRPr>
                      </a:lvl3pPr>
                      <a:lvl4pPr marL="1371600" algn="l" rtl="0" eaLnBrk="1" latinLnBrk="1" hangingPunct="1">
                        <a:defRPr kumimoji="0" b="1" kern="1200">
                          <a:solidFill>
                            <a:schemeClr val="lt1"/>
                          </a:solidFill>
                          <a:latin typeface="Arial" panose="020B0604020202020204"/>
                        </a:defRPr>
                      </a:lvl4pPr>
                      <a:lvl5pPr marL="1828800" algn="l" rtl="0" eaLnBrk="1" latinLnBrk="1" hangingPunct="1">
                        <a:defRPr kumimoji="0" b="1" kern="1200">
                          <a:solidFill>
                            <a:schemeClr val="lt1"/>
                          </a:solidFill>
                          <a:latin typeface="Arial" panose="020B0604020202020204"/>
                        </a:defRPr>
                      </a:lvl5pPr>
                      <a:lvl6pPr marL="2286000" algn="l" rtl="0" eaLnBrk="1" latinLnBrk="1" hangingPunct="1">
                        <a:defRPr kumimoji="0" b="1" kern="1200">
                          <a:solidFill>
                            <a:schemeClr val="lt1"/>
                          </a:solidFill>
                          <a:latin typeface="Arial" panose="020B0604020202020204"/>
                        </a:defRPr>
                      </a:lvl6pPr>
                      <a:lvl7pPr marL="2743200" algn="l" rtl="0" eaLnBrk="1" latinLnBrk="1" hangingPunct="1">
                        <a:defRPr kumimoji="0" b="1" kern="1200">
                          <a:solidFill>
                            <a:schemeClr val="lt1"/>
                          </a:solidFill>
                          <a:latin typeface="Arial" panose="020B0604020202020204"/>
                        </a:defRPr>
                      </a:lvl7pPr>
                      <a:lvl8pPr marL="3200400" algn="l" rtl="0" eaLnBrk="1" latinLnBrk="1" hangingPunct="1">
                        <a:defRPr kumimoji="0" b="1" kern="1200">
                          <a:solidFill>
                            <a:schemeClr val="lt1"/>
                          </a:solidFill>
                          <a:latin typeface="Arial" panose="020B0604020202020204"/>
                        </a:defRPr>
                      </a:lvl8pPr>
                      <a:lvl9pPr marL="3657600" algn="l" rtl="0" eaLnBrk="1" latinLnBrk="1" hangingPunct="1">
                        <a:defRPr kumimoji="0" b="1" kern="1200">
                          <a:solidFill>
                            <a:schemeClr val="lt1"/>
                          </a:solidFill>
                          <a:latin typeface="Arial" panose="020B0604020202020204"/>
                        </a:defRPr>
                      </a:lvl9pPr>
                    </a:lstStyle>
                    <a:p>
                      <a:pPr latinLnBrk="0" eaLnBrk="1"/>
                      <a:r>
                        <a:rPr sz="1000" b="1">
                          <a:solidFill>
                            <a:srgbClr val="FFFFFF"/>
                          </a:solidFill>
                          <a:latin typeface="Arial"/>
                        </a:rPr>
                        <a:t>Remarks</a:t>
                      </a:r>
                      <a:endParaRPr lang="ko-KR" altLang="en-US" sz="1400" dirty="0"/>
                    </a:p>
                  </a:txBody>
                  <a:tcPr marL="108000" anchor="ctr"/>
                </a:tc>
                <a:extLst>
                  <a:ext uri="{0D108BD9-81ED-4DB2-BD59-A6C34878D82A}">
                    <a16:rowId xmlns:a16="http://schemas.microsoft.com/office/drawing/2014/main" val="10000"/>
                  </a:ext>
                </a:extLst>
              </a:tr>
              <a:tr h="370840">
                <a:tc>
                  <a:txBody>
                    <a:bodyPr/>
                    <a:lstStyle>
                      <a:lvl1pPr marL="0" algn="l" rtl="0" eaLnBrk="1" latinLnBrk="1" hangingPunct="1">
                        <a:defRPr kumimoji="0" kern="1200">
                          <a:solidFill>
                            <a:schemeClr val="dk1"/>
                          </a:solidFill>
                          <a:latin typeface="Arial" panose="020B0604020202020204"/>
                        </a:defRPr>
                      </a:lvl1pPr>
                      <a:lvl2pPr marL="457200" algn="l" rtl="0" eaLnBrk="1" latinLnBrk="1" hangingPunct="1">
                        <a:defRPr kumimoji="0" kern="1200">
                          <a:solidFill>
                            <a:schemeClr val="dk1"/>
                          </a:solidFill>
                          <a:latin typeface="Arial" panose="020B0604020202020204"/>
                        </a:defRPr>
                      </a:lvl2pPr>
                      <a:lvl3pPr marL="914400" algn="l" rtl="0" eaLnBrk="1" latinLnBrk="1" hangingPunct="1">
                        <a:defRPr kumimoji="0" kern="1200">
                          <a:solidFill>
                            <a:schemeClr val="dk1"/>
                          </a:solidFill>
                          <a:latin typeface="Arial" panose="020B0604020202020204"/>
                        </a:defRPr>
                      </a:lvl3pPr>
                      <a:lvl4pPr marL="1371600" algn="l" rtl="0" eaLnBrk="1" latinLnBrk="1" hangingPunct="1">
                        <a:defRPr kumimoji="0" kern="1200">
                          <a:solidFill>
                            <a:schemeClr val="dk1"/>
                          </a:solidFill>
                          <a:latin typeface="Arial" panose="020B0604020202020204"/>
                        </a:defRPr>
                      </a:lvl4pPr>
                      <a:lvl5pPr marL="1828800" algn="l" rtl="0" eaLnBrk="1" latinLnBrk="1" hangingPunct="1">
                        <a:defRPr kumimoji="0" kern="1200">
                          <a:solidFill>
                            <a:schemeClr val="dk1"/>
                          </a:solidFill>
                          <a:latin typeface="Arial" panose="020B0604020202020204"/>
                        </a:defRPr>
                      </a:lvl5pPr>
                      <a:lvl6pPr marL="2286000" algn="l" rtl="0" eaLnBrk="1" latinLnBrk="1" hangingPunct="1">
                        <a:defRPr kumimoji="0" kern="1200">
                          <a:solidFill>
                            <a:schemeClr val="dk1"/>
                          </a:solidFill>
                          <a:latin typeface="Arial" panose="020B0604020202020204"/>
                        </a:defRPr>
                      </a:lvl6pPr>
                      <a:lvl7pPr marL="2743200" algn="l" rtl="0" eaLnBrk="1" latinLnBrk="1" hangingPunct="1">
                        <a:defRPr kumimoji="0" kern="1200">
                          <a:solidFill>
                            <a:schemeClr val="dk1"/>
                          </a:solidFill>
                          <a:latin typeface="Arial" panose="020B0604020202020204"/>
                        </a:defRPr>
                      </a:lvl7pPr>
                      <a:lvl8pPr marL="3200400" algn="l" rtl="0" eaLnBrk="1" latinLnBrk="1" hangingPunct="1">
                        <a:defRPr kumimoji="0" kern="1200">
                          <a:solidFill>
                            <a:schemeClr val="dk1"/>
                          </a:solidFill>
                          <a:latin typeface="Arial" panose="020B0604020202020204"/>
                        </a:defRPr>
                      </a:lvl8pPr>
                      <a:lvl9pPr marL="3657600" algn="l" rtl="0" eaLnBrk="1" latinLnBrk="1" hangingPunct="1">
                        <a:defRPr kumimoji="0" kern="1200">
                          <a:solidFill>
                            <a:schemeClr val="dk1"/>
                          </a:solidFill>
                          <a:latin typeface="Arial" panose="020B0604020202020204"/>
                        </a:defRPr>
                      </a:lvl9pPr>
                    </a:lstStyle>
                    <a:p>
                      <a:pPr marL="0" marR="0" lvl="0" indent="0" algn="l" defTabSz="914400" rtl="0" eaLnBrk="1" fontAlgn="base" latinLnBrk="0" hangingPunct="1">
                        <a:lnSpc>
                          <a:spcPct val="100000"/>
                        </a:lnSpc>
                        <a:spcBef>
                          <a:spcPct val="20000"/>
                        </a:spcBef>
                        <a:spcAft>
                          <a:spcPct val="0"/>
                        </a:spcAft>
                        <a:buClrTx/>
                        <a:buSzTx/>
                        <a:buFontTx/>
                        <a:buNone/>
                        <a:tabLst/>
                      </a:pPr>
                      <a:r>
                        <a:rPr sz="950" b="0">
                          <a:solidFill>
                            <a:srgbClr val="262626"/>
                          </a:solidFill>
                          <a:latin typeface="Arial"/>
                        </a:rPr>
                        <a:t>RED</a:t>
                      </a:r>
                    </a:p>
                  </a:txBody>
                  <a:tcPr marL="108000" marR="36000" marT="36000" marB="36000" anchor="ctr" horzOverflow="overflow"/>
                </a:tc>
                <a:tc>
                  <a:txBody>
                    <a:bodyPr/>
                    <a:lstStyle>
                      <a:lvl1pPr marL="0" algn="l" rtl="0" eaLnBrk="1" latinLnBrk="1" hangingPunct="1">
                        <a:defRPr kumimoji="0" kern="1200">
                          <a:solidFill>
                            <a:schemeClr val="dk1"/>
                          </a:solidFill>
                          <a:latin typeface="Arial" panose="020B0604020202020204"/>
                        </a:defRPr>
                      </a:lvl1pPr>
                      <a:lvl2pPr marL="457200" algn="l" rtl="0" eaLnBrk="1" latinLnBrk="1" hangingPunct="1">
                        <a:defRPr kumimoji="0" kern="1200">
                          <a:solidFill>
                            <a:schemeClr val="dk1"/>
                          </a:solidFill>
                          <a:latin typeface="Arial" panose="020B0604020202020204"/>
                        </a:defRPr>
                      </a:lvl2pPr>
                      <a:lvl3pPr marL="914400" algn="l" rtl="0" eaLnBrk="1" latinLnBrk="1" hangingPunct="1">
                        <a:defRPr kumimoji="0" kern="1200">
                          <a:solidFill>
                            <a:schemeClr val="dk1"/>
                          </a:solidFill>
                          <a:latin typeface="Arial" panose="020B0604020202020204"/>
                        </a:defRPr>
                      </a:lvl3pPr>
                      <a:lvl4pPr marL="1371600" algn="l" rtl="0" eaLnBrk="1" latinLnBrk="1" hangingPunct="1">
                        <a:defRPr kumimoji="0" kern="1200">
                          <a:solidFill>
                            <a:schemeClr val="dk1"/>
                          </a:solidFill>
                          <a:latin typeface="Arial" panose="020B0604020202020204"/>
                        </a:defRPr>
                      </a:lvl4pPr>
                      <a:lvl5pPr marL="1828800" algn="l" rtl="0" eaLnBrk="1" latinLnBrk="1" hangingPunct="1">
                        <a:defRPr kumimoji="0" kern="1200">
                          <a:solidFill>
                            <a:schemeClr val="dk1"/>
                          </a:solidFill>
                          <a:latin typeface="Arial" panose="020B0604020202020204"/>
                        </a:defRPr>
                      </a:lvl5pPr>
                      <a:lvl6pPr marL="2286000" algn="l" rtl="0" eaLnBrk="1" latinLnBrk="1" hangingPunct="1">
                        <a:defRPr kumimoji="0" kern="1200">
                          <a:solidFill>
                            <a:schemeClr val="dk1"/>
                          </a:solidFill>
                          <a:latin typeface="Arial" panose="020B0604020202020204"/>
                        </a:defRPr>
                      </a:lvl6pPr>
                      <a:lvl7pPr marL="2743200" algn="l" rtl="0" eaLnBrk="1" latinLnBrk="1" hangingPunct="1">
                        <a:defRPr kumimoji="0" kern="1200">
                          <a:solidFill>
                            <a:schemeClr val="dk1"/>
                          </a:solidFill>
                          <a:latin typeface="Arial" panose="020B0604020202020204"/>
                        </a:defRPr>
                      </a:lvl7pPr>
                      <a:lvl8pPr marL="3200400" algn="l" rtl="0" eaLnBrk="1" latinLnBrk="1" hangingPunct="1">
                        <a:defRPr kumimoji="0" kern="1200">
                          <a:solidFill>
                            <a:schemeClr val="dk1"/>
                          </a:solidFill>
                          <a:latin typeface="Arial" panose="020B0604020202020204"/>
                        </a:defRPr>
                      </a:lvl8pPr>
                      <a:lvl9pPr marL="3657600" algn="l" rtl="0" eaLnBrk="1" latinLnBrk="1" hangingPunct="1">
                        <a:defRPr kumimoji="0" kern="1200">
                          <a:solidFill>
                            <a:schemeClr val="dk1"/>
                          </a:solidFill>
                          <a:latin typeface="Arial" panose="020B0604020202020204"/>
                        </a:defRPr>
                      </a:lvl9pPr>
                    </a:lstStyle>
                    <a:p>
                      <a:pPr marL="0" marR="0" lvl="0" indent="0" algn="l" defTabSz="914400" rtl="0" eaLnBrk="1" fontAlgn="base" latinLnBrk="0" hangingPunct="1">
                        <a:lnSpc>
                          <a:spcPct val="100000"/>
                        </a:lnSpc>
                        <a:spcBef>
                          <a:spcPct val="20000"/>
                        </a:spcBef>
                        <a:spcAft>
                          <a:spcPct val="0"/>
                        </a:spcAft>
                        <a:buClrTx/>
                        <a:buSzTx/>
                        <a:buFontTx/>
                        <a:buNone/>
                        <a:tabLst/>
                      </a:pPr>
                      <a:r>
                        <a:rPr sz="950" b="0">
                          <a:solidFill>
                            <a:srgbClr val="262626"/>
                          </a:solidFill>
                          <a:latin typeface="Arial"/>
                        </a:rPr>
                        <a:t>Remove the focused title from "↺ History".</a:t>
                      </a:r>
                    </a:p>
                  </a:txBody>
                  <a:tcPr marL="108000" marR="36000" marT="36000" marB="36000" anchor="ctr" horzOverflow="overflow"/>
                </a:tc>
                <a:tc>
                  <a:txBody>
                    <a:bodyPr/>
                    <a:lstStyle>
                      <a:lvl1pPr marL="0" algn="l" rtl="0" eaLnBrk="1" latinLnBrk="1" hangingPunct="1">
                        <a:defRPr kumimoji="0" kern="1200">
                          <a:solidFill>
                            <a:schemeClr val="dk1"/>
                          </a:solidFill>
                          <a:latin typeface="Arial" panose="020B0604020202020204"/>
                        </a:defRPr>
                      </a:lvl1pPr>
                      <a:lvl2pPr marL="457200" algn="l" rtl="0" eaLnBrk="1" latinLnBrk="1" hangingPunct="1">
                        <a:defRPr kumimoji="0" kern="1200">
                          <a:solidFill>
                            <a:schemeClr val="dk1"/>
                          </a:solidFill>
                          <a:latin typeface="Arial" panose="020B0604020202020204"/>
                        </a:defRPr>
                      </a:lvl2pPr>
                      <a:lvl3pPr marL="914400" algn="l" rtl="0" eaLnBrk="1" latinLnBrk="1" hangingPunct="1">
                        <a:defRPr kumimoji="0" kern="1200">
                          <a:solidFill>
                            <a:schemeClr val="dk1"/>
                          </a:solidFill>
                          <a:latin typeface="Arial" panose="020B0604020202020204"/>
                        </a:defRPr>
                      </a:lvl3pPr>
                      <a:lvl4pPr marL="1371600" algn="l" rtl="0" eaLnBrk="1" latinLnBrk="1" hangingPunct="1">
                        <a:defRPr kumimoji="0" kern="1200">
                          <a:solidFill>
                            <a:schemeClr val="dk1"/>
                          </a:solidFill>
                          <a:latin typeface="Arial" panose="020B0604020202020204"/>
                        </a:defRPr>
                      </a:lvl4pPr>
                      <a:lvl5pPr marL="1828800" algn="l" rtl="0" eaLnBrk="1" latinLnBrk="1" hangingPunct="1">
                        <a:defRPr kumimoji="0" kern="1200">
                          <a:solidFill>
                            <a:schemeClr val="dk1"/>
                          </a:solidFill>
                          <a:latin typeface="Arial" panose="020B0604020202020204"/>
                        </a:defRPr>
                      </a:lvl5pPr>
                      <a:lvl6pPr marL="2286000" algn="l" rtl="0" eaLnBrk="1" latinLnBrk="1" hangingPunct="1">
                        <a:defRPr kumimoji="0" kern="1200">
                          <a:solidFill>
                            <a:schemeClr val="dk1"/>
                          </a:solidFill>
                          <a:latin typeface="Arial" panose="020B0604020202020204"/>
                        </a:defRPr>
                      </a:lvl6pPr>
                      <a:lvl7pPr marL="2743200" algn="l" rtl="0" eaLnBrk="1" latinLnBrk="1" hangingPunct="1">
                        <a:defRPr kumimoji="0" kern="1200">
                          <a:solidFill>
                            <a:schemeClr val="dk1"/>
                          </a:solidFill>
                          <a:latin typeface="Arial" panose="020B0604020202020204"/>
                        </a:defRPr>
                      </a:lvl7pPr>
                      <a:lvl8pPr marL="3200400" algn="l" rtl="0" eaLnBrk="1" latinLnBrk="1" hangingPunct="1">
                        <a:defRPr kumimoji="0" kern="1200">
                          <a:solidFill>
                            <a:schemeClr val="dk1"/>
                          </a:solidFill>
                          <a:latin typeface="Arial" panose="020B0604020202020204"/>
                        </a:defRPr>
                      </a:lvl8pPr>
                      <a:lvl9pPr marL="3657600" algn="l" rtl="0" eaLnBrk="1" latinLnBrk="1" hangingPunct="1">
                        <a:defRPr kumimoji="0" kern="1200">
                          <a:solidFill>
                            <a:schemeClr val="dk1"/>
                          </a:solidFill>
                          <a:latin typeface="Arial" panose="020B0604020202020204"/>
                        </a:defRPr>
                      </a:lvl9pPr>
                    </a:lstStyle>
                    <a:p>
                      <a:pPr marL="0" marR="0" lvl="0" indent="0" algn="l" defTabSz="914400" rtl="0" eaLnBrk="1" fontAlgn="base" latinLnBrk="0" hangingPunct="1">
                        <a:lnSpc>
                          <a:spcPct val="100000"/>
                        </a:lnSpc>
                        <a:spcBef>
                          <a:spcPct val="20000"/>
                        </a:spcBef>
                        <a:spcAft>
                          <a:spcPct val="0"/>
                        </a:spcAft>
                        <a:buClrTx/>
                        <a:buSzTx/>
                        <a:buFontTx/>
                        <a:buNone/>
                        <a:tabLst/>
                      </a:pPr>
                      <a:r>
                        <a:rPr sz="950" b="0">
                          <a:solidFill>
                            <a:srgbClr val="262626"/>
                          </a:solidFill>
                          <a:latin typeface="Arial"/>
                        </a:rPr>
                        <a:t>History grid only</a:t>
                      </a:r>
                    </a:p>
                  </a:txBody>
                  <a:tcPr marL="108000" marR="36000" marT="36000" marB="36000" anchor="ctr" horzOverflow="overflow"/>
                </a:tc>
                <a:extLst>
                  <a:ext uri="{0D108BD9-81ED-4DB2-BD59-A6C34878D82A}">
                    <a16:rowId xmlns:a16="http://schemas.microsoft.com/office/drawing/2014/main" val="10001"/>
                  </a:ext>
                </a:extLst>
              </a:tr>
              <a:tr h="370840">
                <a:tc>
                  <a:txBody>
                    <a:bodyPr/>
                    <a:lstStyle>
                      <a:lvl1pPr marL="0" algn="l" rtl="0" eaLnBrk="1" latinLnBrk="1" hangingPunct="1">
                        <a:defRPr kumimoji="0" kern="1200">
                          <a:solidFill>
                            <a:schemeClr val="dk1"/>
                          </a:solidFill>
                          <a:latin typeface="Arial" panose="020B0604020202020204"/>
                        </a:defRPr>
                      </a:lvl1pPr>
                      <a:lvl2pPr marL="457200" algn="l" rtl="0" eaLnBrk="1" latinLnBrk="1" hangingPunct="1">
                        <a:defRPr kumimoji="0" kern="1200">
                          <a:solidFill>
                            <a:schemeClr val="dk1"/>
                          </a:solidFill>
                          <a:latin typeface="Arial" panose="020B0604020202020204"/>
                        </a:defRPr>
                      </a:lvl2pPr>
                      <a:lvl3pPr marL="914400" algn="l" rtl="0" eaLnBrk="1" latinLnBrk="1" hangingPunct="1">
                        <a:defRPr kumimoji="0" kern="1200">
                          <a:solidFill>
                            <a:schemeClr val="dk1"/>
                          </a:solidFill>
                          <a:latin typeface="Arial" panose="020B0604020202020204"/>
                        </a:defRPr>
                      </a:lvl3pPr>
                      <a:lvl4pPr marL="1371600" algn="l" rtl="0" eaLnBrk="1" latinLnBrk="1" hangingPunct="1">
                        <a:defRPr kumimoji="0" kern="1200">
                          <a:solidFill>
                            <a:schemeClr val="dk1"/>
                          </a:solidFill>
                          <a:latin typeface="Arial" panose="020B0604020202020204"/>
                        </a:defRPr>
                      </a:lvl4pPr>
                      <a:lvl5pPr marL="1828800" algn="l" rtl="0" eaLnBrk="1" latinLnBrk="1" hangingPunct="1">
                        <a:defRPr kumimoji="0" kern="1200">
                          <a:solidFill>
                            <a:schemeClr val="dk1"/>
                          </a:solidFill>
                          <a:latin typeface="Arial" panose="020B0604020202020204"/>
                        </a:defRPr>
                      </a:lvl5pPr>
                      <a:lvl6pPr marL="2286000" algn="l" rtl="0" eaLnBrk="1" latinLnBrk="1" hangingPunct="1">
                        <a:defRPr kumimoji="0" kern="1200">
                          <a:solidFill>
                            <a:schemeClr val="dk1"/>
                          </a:solidFill>
                          <a:latin typeface="Arial" panose="020B0604020202020204"/>
                        </a:defRPr>
                      </a:lvl6pPr>
                      <a:lvl7pPr marL="2743200" algn="l" rtl="0" eaLnBrk="1" latinLnBrk="1" hangingPunct="1">
                        <a:defRPr kumimoji="0" kern="1200">
                          <a:solidFill>
                            <a:schemeClr val="dk1"/>
                          </a:solidFill>
                          <a:latin typeface="Arial" panose="020B0604020202020204"/>
                        </a:defRPr>
                      </a:lvl7pPr>
                      <a:lvl8pPr marL="3200400" algn="l" rtl="0" eaLnBrk="1" latinLnBrk="1" hangingPunct="1">
                        <a:defRPr kumimoji="0" kern="1200">
                          <a:solidFill>
                            <a:schemeClr val="dk1"/>
                          </a:solidFill>
                          <a:latin typeface="Arial" panose="020B0604020202020204"/>
                        </a:defRPr>
                      </a:lvl8pPr>
                      <a:lvl9pPr marL="3657600" algn="l" rtl="0" eaLnBrk="1" latinLnBrk="1" hangingPunct="1">
                        <a:defRPr kumimoji="0" kern="1200">
                          <a:solidFill>
                            <a:schemeClr val="dk1"/>
                          </a:solidFill>
                          <a:latin typeface="Arial" panose="020B0604020202020204"/>
                        </a:defRPr>
                      </a:lvl9pPr>
                    </a:lstStyle>
                    <a:p>
                      <a:pPr marL="0" marR="0" lvl="0" indent="0" algn="l" defTabSz="914400" rtl="0" eaLnBrk="1" fontAlgn="base" latinLnBrk="0" hangingPunct="1">
                        <a:lnSpc>
                          <a:spcPct val="100000"/>
                        </a:lnSpc>
                        <a:spcBef>
                          <a:spcPct val="20000"/>
                        </a:spcBef>
                        <a:spcAft>
                          <a:spcPct val="0"/>
                        </a:spcAft>
                        <a:buClrTx/>
                        <a:buSzTx/>
                        <a:buFontTx/>
                        <a:buNone/>
                        <a:tabLst/>
                      </a:pPr>
                      <a:r>
                        <a:rPr sz="950" b="0">
                          <a:solidFill>
                            <a:srgbClr val="262626"/>
                          </a:solidFill>
                          <a:latin typeface="Arial"/>
                        </a:rPr>
                        <a:t>PLAY / PAUSE</a:t>
                      </a:r>
                    </a:p>
                  </a:txBody>
                  <a:tcPr marL="108000" marR="36000" marT="36000" marB="36000" anchor="ctr" horzOverflow="overflow"/>
                </a:tc>
                <a:tc>
                  <a:txBody>
                    <a:bodyPr/>
                    <a:lstStyle>
                      <a:lvl1pPr marL="0" algn="l" rtl="0" eaLnBrk="1" latinLnBrk="1" hangingPunct="1">
                        <a:defRPr kumimoji="0" kern="1200">
                          <a:solidFill>
                            <a:schemeClr val="dk1"/>
                          </a:solidFill>
                          <a:latin typeface="Arial" panose="020B0604020202020204"/>
                        </a:defRPr>
                      </a:lvl1pPr>
                      <a:lvl2pPr marL="457200" algn="l" rtl="0" eaLnBrk="1" latinLnBrk="1" hangingPunct="1">
                        <a:defRPr kumimoji="0" kern="1200">
                          <a:solidFill>
                            <a:schemeClr val="dk1"/>
                          </a:solidFill>
                          <a:latin typeface="Arial" panose="020B0604020202020204"/>
                        </a:defRPr>
                      </a:lvl2pPr>
                      <a:lvl3pPr marL="914400" algn="l" rtl="0" eaLnBrk="1" latinLnBrk="1" hangingPunct="1">
                        <a:defRPr kumimoji="0" kern="1200">
                          <a:solidFill>
                            <a:schemeClr val="dk1"/>
                          </a:solidFill>
                          <a:latin typeface="Arial" panose="020B0604020202020204"/>
                        </a:defRPr>
                      </a:lvl3pPr>
                      <a:lvl4pPr marL="1371600" algn="l" rtl="0" eaLnBrk="1" latinLnBrk="1" hangingPunct="1">
                        <a:defRPr kumimoji="0" kern="1200">
                          <a:solidFill>
                            <a:schemeClr val="dk1"/>
                          </a:solidFill>
                          <a:latin typeface="Arial" panose="020B0604020202020204"/>
                        </a:defRPr>
                      </a:lvl4pPr>
                      <a:lvl5pPr marL="1828800" algn="l" rtl="0" eaLnBrk="1" latinLnBrk="1" hangingPunct="1">
                        <a:defRPr kumimoji="0" kern="1200">
                          <a:solidFill>
                            <a:schemeClr val="dk1"/>
                          </a:solidFill>
                          <a:latin typeface="Arial" panose="020B0604020202020204"/>
                        </a:defRPr>
                      </a:lvl5pPr>
                      <a:lvl6pPr marL="2286000" algn="l" rtl="0" eaLnBrk="1" latinLnBrk="1" hangingPunct="1">
                        <a:defRPr kumimoji="0" kern="1200">
                          <a:solidFill>
                            <a:schemeClr val="dk1"/>
                          </a:solidFill>
                          <a:latin typeface="Arial" panose="020B0604020202020204"/>
                        </a:defRPr>
                      </a:lvl6pPr>
                      <a:lvl7pPr marL="2743200" algn="l" rtl="0" eaLnBrk="1" latinLnBrk="1" hangingPunct="1">
                        <a:defRPr kumimoji="0" kern="1200">
                          <a:solidFill>
                            <a:schemeClr val="dk1"/>
                          </a:solidFill>
                          <a:latin typeface="Arial" panose="020B0604020202020204"/>
                        </a:defRPr>
                      </a:lvl7pPr>
                      <a:lvl8pPr marL="3200400" algn="l" rtl="0" eaLnBrk="1" latinLnBrk="1" hangingPunct="1">
                        <a:defRPr kumimoji="0" kern="1200">
                          <a:solidFill>
                            <a:schemeClr val="dk1"/>
                          </a:solidFill>
                          <a:latin typeface="Arial" panose="020B0604020202020204"/>
                        </a:defRPr>
                      </a:lvl8pPr>
                      <a:lvl9pPr marL="3657600" algn="l" rtl="0" eaLnBrk="1" latinLnBrk="1" hangingPunct="1">
                        <a:defRPr kumimoji="0" kern="1200">
                          <a:solidFill>
                            <a:schemeClr val="dk1"/>
                          </a:solidFill>
                          <a:latin typeface="Arial" panose="020B0604020202020204"/>
                        </a:defRPr>
                      </a:lvl9pPr>
                    </a:lstStyle>
                    <a:p>
                      <a:pPr marL="0" marR="0" lvl="0" indent="0" algn="l" defTabSz="914400" rtl="0" eaLnBrk="1" fontAlgn="base" latinLnBrk="0" hangingPunct="1">
                        <a:lnSpc>
                          <a:spcPct val="100000"/>
                        </a:lnSpc>
                        <a:spcBef>
                          <a:spcPct val="20000"/>
                        </a:spcBef>
                        <a:spcAft>
                          <a:spcPct val="0"/>
                        </a:spcAft>
                        <a:buClrTx/>
                        <a:buSzTx/>
                        <a:buFontTx/>
                        <a:buNone/>
                        <a:tabLst/>
                      </a:pPr>
                      <a:r>
                        <a:rPr sz="950" b="0">
                          <a:solidFill>
                            <a:srgbClr val="262626"/>
                          </a:solidFill>
                          <a:latin typeface="Arial"/>
                        </a:rPr>
                        <a:t>Play or pause the movie or episode.</a:t>
                      </a:r>
                    </a:p>
                  </a:txBody>
                  <a:tcPr marL="108000" marR="36000" marT="36000" marB="36000" anchor="ctr" horzOverflow="overflow"/>
                </a:tc>
                <a:tc>
                  <a:txBody>
                    <a:bodyPr/>
                    <a:lstStyle>
                      <a:lvl1pPr marL="0" algn="l" rtl="0" eaLnBrk="1" latinLnBrk="1" hangingPunct="1">
                        <a:defRPr kumimoji="0" kern="1200">
                          <a:solidFill>
                            <a:schemeClr val="dk1"/>
                          </a:solidFill>
                          <a:latin typeface="Arial" panose="020B0604020202020204"/>
                        </a:defRPr>
                      </a:lvl1pPr>
                      <a:lvl2pPr marL="457200" algn="l" rtl="0" eaLnBrk="1" latinLnBrk="1" hangingPunct="1">
                        <a:defRPr kumimoji="0" kern="1200">
                          <a:solidFill>
                            <a:schemeClr val="dk1"/>
                          </a:solidFill>
                          <a:latin typeface="Arial" panose="020B0604020202020204"/>
                        </a:defRPr>
                      </a:lvl2pPr>
                      <a:lvl3pPr marL="914400" algn="l" rtl="0" eaLnBrk="1" latinLnBrk="1" hangingPunct="1">
                        <a:defRPr kumimoji="0" kern="1200">
                          <a:solidFill>
                            <a:schemeClr val="dk1"/>
                          </a:solidFill>
                          <a:latin typeface="Arial" panose="020B0604020202020204"/>
                        </a:defRPr>
                      </a:lvl3pPr>
                      <a:lvl4pPr marL="1371600" algn="l" rtl="0" eaLnBrk="1" latinLnBrk="1" hangingPunct="1">
                        <a:defRPr kumimoji="0" kern="1200">
                          <a:solidFill>
                            <a:schemeClr val="dk1"/>
                          </a:solidFill>
                          <a:latin typeface="Arial" panose="020B0604020202020204"/>
                        </a:defRPr>
                      </a:lvl4pPr>
                      <a:lvl5pPr marL="1828800" algn="l" rtl="0" eaLnBrk="1" latinLnBrk="1" hangingPunct="1">
                        <a:defRPr kumimoji="0" kern="1200">
                          <a:solidFill>
                            <a:schemeClr val="dk1"/>
                          </a:solidFill>
                          <a:latin typeface="Arial" panose="020B0604020202020204"/>
                        </a:defRPr>
                      </a:lvl5pPr>
                      <a:lvl6pPr marL="2286000" algn="l" rtl="0" eaLnBrk="1" latinLnBrk="1" hangingPunct="1">
                        <a:defRPr kumimoji="0" kern="1200">
                          <a:solidFill>
                            <a:schemeClr val="dk1"/>
                          </a:solidFill>
                          <a:latin typeface="Arial" panose="020B0604020202020204"/>
                        </a:defRPr>
                      </a:lvl6pPr>
                      <a:lvl7pPr marL="2743200" algn="l" rtl="0" eaLnBrk="1" latinLnBrk="1" hangingPunct="1">
                        <a:defRPr kumimoji="0" kern="1200">
                          <a:solidFill>
                            <a:schemeClr val="dk1"/>
                          </a:solidFill>
                          <a:latin typeface="Arial" panose="020B0604020202020204"/>
                        </a:defRPr>
                      </a:lvl7pPr>
                      <a:lvl8pPr marL="3200400" algn="l" rtl="0" eaLnBrk="1" latinLnBrk="1" hangingPunct="1">
                        <a:defRPr kumimoji="0" kern="1200">
                          <a:solidFill>
                            <a:schemeClr val="dk1"/>
                          </a:solidFill>
                          <a:latin typeface="Arial" panose="020B0604020202020204"/>
                        </a:defRPr>
                      </a:lvl8pPr>
                      <a:lvl9pPr marL="3657600" algn="l" rtl="0" eaLnBrk="1" latinLnBrk="1" hangingPunct="1">
                        <a:defRPr kumimoji="0" kern="1200">
                          <a:solidFill>
                            <a:schemeClr val="dk1"/>
                          </a:solidFill>
                          <a:latin typeface="Arial" panose="020B0604020202020204"/>
                        </a:defRPr>
                      </a:lvl9pPr>
                    </a:lstStyle>
                    <a:p>
                      <a:pPr marL="0" marR="0" lvl="0" indent="0" algn="l" defTabSz="914400" rtl="0" eaLnBrk="1" fontAlgn="base" latinLnBrk="0" hangingPunct="1">
                        <a:lnSpc>
                          <a:spcPct val="100000"/>
                        </a:lnSpc>
                        <a:spcBef>
                          <a:spcPct val="20000"/>
                        </a:spcBef>
                        <a:spcAft>
                          <a:spcPct val="0"/>
                        </a:spcAft>
                        <a:buClrTx/>
                        <a:buSzTx/>
                        <a:buFontTx/>
                        <a:buNone/>
                        <a:tabLst/>
                      </a:pPr>
                      <a:r>
                        <a:rPr sz="950" b="0">
                          <a:solidFill>
                            <a:srgbClr val="262626"/>
                          </a:solidFill>
                          <a:latin typeface="Arial"/>
                        </a:rPr>
                        <a:t>Player</a:t>
                      </a:r>
                    </a:p>
                  </a:txBody>
                  <a:tcPr marL="108000" marR="36000" marT="36000" marB="36000" anchor="ctr" horzOverflow="overflow"/>
                </a:tc>
                <a:extLst>
                  <a:ext uri="{0D108BD9-81ED-4DB2-BD59-A6C34878D82A}">
                    <a16:rowId xmlns:a16="http://schemas.microsoft.com/office/drawing/2014/main" val="10002"/>
                  </a:ext>
                </a:extLst>
              </a:tr>
              <a:tr h="370840">
                <a:tc>
                  <a:txBody>
                    <a:bodyPr/>
                    <a:lstStyle>
                      <a:lvl1pPr marL="0" algn="l" rtl="0" eaLnBrk="1" latinLnBrk="1" hangingPunct="1">
                        <a:defRPr kumimoji="0" kern="1200">
                          <a:solidFill>
                            <a:schemeClr val="dk1"/>
                          </a:solidFill>
                          <a:latin typeface="Arial" panose="020B0604020202020204"/>
                        </a:defRPr>
                      </a:lvl1pPr>
                      <a:lvl2pPr marL="457200" algn="l" rtl="0" eaLnBrk="1" latinLnBrk="1" hangingPunct="1">
                        <a:defRPr kumimoji="0" kern="1200">
                          <a:solidFill>
                            <a:schemeClr val="dk1"/>
                          </a:solidFill>
                          <a:latin typeface="Arial" panose="020B0604020202020204"/>
                        </a:defRPr>
                      </a:lvl2pPr>
                      <a:lvl3pPr marL="914400" algn="l" rtl="0" eaLnBrk="1" latinLnBrk="1" hangingPunct="1">
                        <a:defRPr kumimoji="0" kern="1200">
                          <a:solidFill>
                            <a:schemeClr val="dk1"/>
                          </a:solidFill>
                          <a:latin typeface="Arial" panose="020B0604020202020204"/>
                        </a:defRPr>
                      </a:lvl3pPr>
                      <a:lvl4pPr marL="1371600" algn="l" rtl="0" eaLnBrk="1" latinLnBrk="1" hangingPunct="1">
                        <a:defRPr kumimoji="0" kern="1200">
                          <a:solidFill>
                            <a:schemeClr val="dk1"/>
                          </a:solidFill>
                          <a:latin typeface="Arial" panose="020B0604020202020204"/>
                        </a:defRPr>
                      </a:lvl4pPr>
                      <a:lvl5pPr marL="1828800" algn="l" rtl="0" eaLnBrk="1" latinLnBrk="1" hangingPunct="1">
                        <a:defRPr kumimoji="0" kern="1200">
                          <a:solidFill>
                            <a:schemeClr val="dk1"/>
                          </a:solidFill>
                          <a:latin typeface="Arial" panose="020B0604020202020204"/>
                        </a:defRPr>
                      </a:lvl5pPr>
                      <a:lvl6pPr marL="2286000" algn="l" rtl="0" eaLnBrk="1" latinLnBrk="1" hangingPunct="1">
                        <a:defRPr kumimoji="0" kern="1200">
                          <a:solidFill>
                            <a:schemeClr val="dk1"/>
                          </a:solidFill>
                          <a:latin typeface="Arial" panose="020B0604020202020204"/>
                        </a:defRPr>
                      </a:lvl6pPr>
                      <a:lvl7pPr marL="2743200" algn="l" rtl="0" eaLnBrk="1" latinLnBrk="1" hangingPunct="1">
                        <a:defRPr kumimoji="0" kern="1200">
                          <a:solidFill>
                            <a:schemeClr val="dk1"/>
                          </a:solidFill>
                          <a:latin typeface="Arial" panose="020B0604020202020204"/>
                        </a:defRPr>
                      </a:lvl7pPr>
                      <a:lvl8pPr marL="3200400" algn="l" rtl="0" eaLnBrk="1" latinLnBrk="1" hangingPunct="1">
                        <a:defRPr kumimoji="0" kern="1200">
                          <a:solidFill>
                            <a:schemeClr val="dk1"/>
                          </a:solidFill>
                          <a:latin typeface="Arial" panose="020B0604020202020204"/>
                        </a:defRPr>
                      </a:lvl8pPr>
                      <a:lvl9pPr marL="3657600" algn="l" rtl="0" eaLnBrk="1" latinLnBrk="1" hangingPunct="1">
                        <a:defRPr kumimoji="0" kern="1200">
                          <a:solidFill>
                            <a:schemeClr val="dk1"/>
                          </a:solidFill>
                          <a:latin typeface="Arial" panose="020B0604020202020204"/>
                        </a:defRPr>
                      </a:lvl9pPr>
                    </a:lstStyle>
                    <a:p>
                      <a:pPr marL="0" marR="0" lvl="0" indent="0" algn="l" defTabSz="914400" rtl="0" eaLnBrk="1" fontAlgn="base" latinLnBrk="0" hangingPunct="1">
                        <a:lnSpc>
                          <a:spcPct val="100000"/>
                        </a:lnSpc>
                        <a:spcBef>
                          <a:spcPct val="20000"/>
                        </a:spcBef>
                        <a:spcAft>
                          <a:spcPct val="0"/>
                        </a:spcAft>
                        <a:buClrTx/>
                        <a:buSzTx/>
                        <a:buFontTx/>
                        <a:buNone/>
                        <a:tabLst/>
                      </a:pPr>
                      <a:r>
                        <a:rPr sz="950" b="0">
                          <a:solidFill>
                            <a:srgbClr val="262626"/>
                          </a:solidFill>
                          <a:latin typeface="Arial"/>
                        </a:rPr>
                        <a:t>STOP</a:t>
                      </a:r>
                    </a:p>
                  </a:txBody>
                  <a:tcPr marL="108000" marR="36000" marT="36000" marB="36000" anchor="ctr" horzOverflow="overflow"/>
                </a:tc>
                <a:tc>
                  <a:txBody>
                    <a:bodyPr/>
                    <a:lstStyle>
                      <a:lvl1pPr marL="0" algn="l" rtl="0" eaLnBrk="1" latinLnBrk="1" hangingPunct="1">
                        <a:defRPr kumimoji="0" kern="1200">
                          <a:solidFill>
                            <a:schemeClr val="dk1"/>
                          </a:solidFill>
                          <a:latin typeface="Arial" panose="020B0604020202020204"/>
                        </a:defRPr>
                      </a:lvl1pPr>
                      <a:lvl2pPr marL="457200" algn="l" rtl="0" eaLnBrk="1" latinLnBrk="1" hangingPunct="1">
                        <a:defRPr kumimoji="0" kern="1200">
                          <a:solidFill>
                            <a:schemeClr val="dk1"/>
                          </a:solidFill>
                          <a:latin typeface="Arial" panose="020B0604020202020204"/>
                        </a:defRPr>
                      </a:lvl2pPr>
                      <a:lvl3pPr marL="914400" algn="l" rtl="0" eaLnBrk="1" latinLnBrk="1" hangingPunct="1">
                        <a:defRPr kumimoji="0" kern="1200">
                          <a:solidFill>
                            <a:schemeClr val="dk1"/>
                          </a:solidFill>
                          <a:latin typeface="Arial" panose="020B0604020202020204"/>
                        </a:defRPr>
                      </a:lvl3pPr>
                      <a:lvl4pPr marL="1371600" algn="l" rtl="0" eaLnBrk="1" latinLnBrk="1" hangingPunct="1">
                        <a:defRPr kumimoji="0" kern="1200">
                          <a:solidFill>
                            <a:schemeClr val="dk1"/>
                          </a:solidFill>
                          <a:latin typeface="Arial" panose="020B0604020202020204"/>
                        </a:defRPr>
                      </a:lvl4pPr>
                      <a:lvl5pPr marL="1828800" algn="l" rtl="0" eaLnBrk="1" latinLnBrk="1" hangingPunct="1">
                        <a:defRPr kumimoji="0" kern="1200">
                          <a:solidFill>
                            <a:schemeClr val="dk1"/>
                          </a:solidFill>
                          <a:latin typeface="Arial" panose="020B0604020202020204"/>
                        </a:defRPr>
                      </a:lvl5pPr>
                      <a:lvl6pPr marL="2286000" algn="l" rtl="0" eaLnBrk="1" latinLnBrk="1" hangingPunct="1">
                        <a:defRPr kumimoji="0" kern="1200">
                          <a:solidFill>
                            <a:schemeClr val="dk1"/>
                          </a:solidFill>
                          <a:latin typeface="Arial" panose="020B0604020202020204"/>
                        </a:defRPr>
                      </a:lvl6pPr>
                      <a:lvl7pPr marL="2743200" algn="l" rtl="0" eaLnBrk="1" latinLnBrk="1" hangingPunct="1">
                        <a:defRPr kumimoji="0" kern="1200">
                          <a:solidFill>
                            <a:schemeClr val="dk1"/>
                          </a:solidFill>
                          <a:latin typeface="Arial" panose="020B0604020202020204"/>
                        </a:defRPr>
                      </a:lvl7pPr>
                      <a:lvl8pPr marL="3200400" algn="l" rtl="0" eaLnBrk="1" latinLnBrk="1" hangingPunct="1">
                        <a:defRPr kumimoji="0" kern="1200">
                          <a:solidFill>
                            <a:schemeClr val="dk1"/>
                          </a:solidFill>
                          <a:latin typeface="Arial" panose="020B0604020202020204"/>
                        </a:defRPr>
                      </a:lvl8pPr>
                      <a:lvl9pPr marL="3657600" algn="l" rtl="0" eaLnBrk="1" latinLnBrk="1" hangingPunct="1">
                        <a:defRPr kumimoji="0" kern="1200">
                          <a:solidFill>
                            <a:schemeClr val="dk1"/>
                          </a:solidFill>
                          <a:latin typeface="Arial" panose="020B0604020202020204"/>
                        </a:defRPr>
                      </a:lvl9pPr>
                    </a:lstStyle>
                    <a:p>
                      <a:pPr marL="0" marR="0" lvl="0" indent="0" algn="l" defTabSz="914400" rtl="0" eaLnBrk="1" fontAlgn="base" latinLnBrk="0" hangingPunct="1">
                        <a:lnSpc>
                          <a:spcPct val="100000"/>
                        </a:lnSpc>
                        <a:spcBef>
                          <a:spcPct val="20000"/>
                        </a:spcBef>
                        <a:spcAft>
                          <a:spcPct val="0"/>
                        </a:spcAft>
                        <a:buClrTx/>
                        <a:buSzTx/>
                        <a:buFontTx/>
                        <a:buNone/>
                        <a:tabLst/>
                      </a:pPr>
                      <a:r>
                        <a:rPr sz="950" b="0">
                          <a:solidFill>
                            <a:srgbClr val="262626"/>
                          </a:solidFill>
                          <a:latin typeface="Arial"/>
                        </a:rPr>
                        <a:t>Close the player. In Radio, stop the station.</a:t>
                      </a:r>
                      <a:endParaRPr kumimoji="1" lang="ko-KR" altLang="en-US" sz="1200" b="0" i="0" u="none" strike="noStrike" cap="none" normalizeH="0" baseline="0" dirty="0">
                        <a:ln>
                          <a:noFill/>
                        </a:ln>
                        <a:solidFill>
                          <a:srgbClr val="94C46F"/>
                        </a:solidFill>
                        <a:effectLst/>
                        <a:latin typeface="+mj-lt"/>
                        <a:ea typeface="돋움" pitchFamily="50" charset="-127"/>
                      </a:endParaRPr>
                    </a:p>
                  </a:txBody>
                  <a:tcPr marL="108000" marR="36000" marT="36000" marB="36000" anchor="ctr" horzOverflow="overflow"/>
                </a:tc>
                <a:tc>
                  <a:txBody>
                    <a:bodyPr/>
                    <a:lstStyle>
                      <a:lvl1pPr marL="0" algn="l" rtl="0" eaLnBrk="1" latinLnBrk="1" hangingPunct="1">
                        <a:defRPr kumimoji="0" kern="1200">
                          <a:solidFill>
                            <a:schemeClr val="dk1"/>
                          </a:solidFill>
                          <a:latin typeface="Arial" panose="020B0604020202020204"/>
                        </a:defRPr>
                      </a:lvl1pPr>
                      <a:lvl2pPr marL="457200" algn="l" rtl="0" eaLnBrk="1" latinLnBrk="1" hangingPunct="1">
                        <a:defRPr kumimoji="0" kern="1200">
                          <a:solidFill>
                            <a:schemeClr val="dk1"/>
                          </a:solidFill>
                          <a:latin typeface="Arial" panose="020B0604020202020204"/>
                        </a:defRPr>
                      </a:lvl2pPr>
                      <a:lvl3pPr marL="914400" algn="l" rtl="0" eaLnBrk="1" latinLnBrk="1" hangingPunct="1">
                        <a:defRPr kumimoji="0" kern="1200">
                          <a:solidFill>
                            <a:schemeClr val="dk1"/>
                          </a:solidFill>
                          <a:latin typeface="Arial" panose="020B0604020202020204"/>
                        </a:defRPr>
                      </a:lvl3pPr>
                      <a:lvl4pPr marL="1371600" algn="l" rtl="0" eaLnBrk="1" latinLnBrk="1" hangingPunct="1">
                        <a:defRPr kumimoji="0" kern="1200">
                          <a:solidFill>
                            <a:schemeClr val="dk1"/>
                          </a:solidFill>
                          <a:latin typeface="Arial" panose="020B0604020202020204"/>
                        </a:defRPr>
                      </a:lvl4pPr>
                      <a:lvl5pPr marL="1828800" algn="l" rtl="0" eaLnBrk="1" latinLnBrk="1" hangingPunct="1">
                        <a:defRPr kumimoji="0" kern="1200">
                          <a:solidFill>
                            <a:schemeClr val="dk1"/>
                          </a:solidFill>
                          <a:latin typeface="Arial" panose="020B0604020202020204"/>
                        </a:defRPr>
                      </a:lvl5pPr>
                      <a:lvl6pPr marL="2286000" algn="l" rtl="0" eaLnBrk="1" latinLnBrk="1" hangingPunct="1">
                        <a:defRPr kumimoji="0" kern="1200">
                          <a:solidFill>
                            <a:schemeClr val="dk1"/>
                          </a:solidFill>
                          <a:latin typeface="Arial" panose="020B0604020202020204"/>
                        </a:defRPr>
                      </a:lvl6pPr>
                      <a:lvl7pPr marL="2743200" algn="l" rtl="0" eaLnBrk="1" latinLnBrk="1" hangingPunct="1">
                        <a:defRPr kumimoji="0" kern="1200">
                          <a:solidFill>
                            <a:schemeClr val="dk1"/>
                          </a:solidFill>
                          <a:latin typeface="Arial" panose="020B0604020202020204"/>
                        </a:defRPr>
                      </a:lvl7pPr>
                      <a:lvl8pPr marL="3200400" algn="l" rtl="0" eaLnBrk="1" latinLnBrk="1" hangingPunct="1">
                        <a:defRPr kumimoji="0" kern="1200">
                          <a:solidFill>
                            <a:schemeClr val="dk1"/>
                          </a:solidFill>
                          <a:latin typeface="Arial" panose="020B0604020202020204"/>
                        </a:defRPr>
                      </a:lvl8pPr>
                      <a:lvl9pPr marL="3657600" algn="l" rtl="0" eaLnBrk="1" latinLnBrk="1" hangingPunct="1">
                        <a:defRPr kumimoji="0" kern="1200">
                          <a:solidFill>
                            <a:schemeClr val="dk1"/>
                          </a:solidFill>
                          <a:latin typeface="Arial" panose="020B0604020202020204"/>
                        </a:defRPr>
                      </a:lvl9pPr>
                    </a:lstStyle>
                    <a:p>
                      <a:pPr latinLnBrk="0" eaLnBrk="1"/>
                      <a:r>
                        <a:rPr sz="950" b="0">
                          <a:solidFill>
                            <a:srgbClr val="262626"/>
                          </a:solidFill>
                          <a:latin typeface="Arial"/>
                        </a:rPr>
                        <a:t>Player, Radio</a:t>
                      </a:r>
                      <a:endParaRPr lang="ko-KR" altLang="en-US" dirty="0"/>
                    </a:p>
                  </a:txBody>
                  <a:tcPr marL="108000" anchor="ctr"/>
                </a:tc>
                <a:extLst>
                  <a:ext uri="{0D108BD9-81ED-4DB2-BD59-A6C34878D82A}">
                    <a16:rowId xmlns:a16="http://schemas.microsoft.com/office/drawing/2014/main" val="10003"/>
                  </a:ext>
                </a:extLst>
              </a:tr>
              <a:tr h="370840">
                <a:tc>
                  <a:txBody>
                    <a:bodyPr/>
                    <a:lstStyle>
                      <a:lvl1pPr marL="0" algn="l" rtl="0" eaLnBrk="1" latinLnBrk="1" hangingPunct="1">
                        <a:defRPr kumimoji="0" kern="1200">
                          <a:solidFill>
                            <a:schemeClr val="dk1"/>
                          </a:solidFill>
                          <a:latin typeface="Arial" panose="020B0604020202020204"/>
                        </a:defRPr>
                      </a:lvl1pPr>
                      <a:lvl2pPr marL="457200" algn="l" rtl="0" eaLnBrk="1" latinLnBrk="1" hangingPunct="1">
                        <a:defRPr kumimoji="0" kern="1200">
                          <a:solidFill>
                            <a:schemeClr val="dk1"/>
                          </a:solidFill>
                          <a:latin typeface="Arial" panose="020B0604020202020204"/>
                        </a:defRPr>
                      </a:lvl2pPr>
                      <a:lvl3pPr marL="914400" algn="l" rtl="0" eaLnBrk="1" latinLnBrk="1" hangingPunct="1">
                        <a:defRPr kumimoji="0" kern="1200">
                          <a:solidFill>
                            <a:schemeClr val="dk1"/>
                          </a:solidFill>
                          <a:latin typeface="Arial" panose="020B0604020202020204"/>
                        </a:defRPr>
                      </a:lvl3pPr>
                      <a:lvl4pPr marL="1371600" algn="l" rtl="0" eaLnBrk="1" latinLnBrk="1" hangingPunct="1">
                        <a:defRPr kumimoji="0" kern="1200">
                          <a:solidFill>
                            <a:schemeClr val="dk1"/>
                          </a:solidFill>
                          <a:latin typeface="Arial" panose="020B0604020202020204"/>
                        </a:defRPr>
                      </a:lvl4pPr>
                      <a:lvl5pPr marL="1828800" algn="l" rtl="0" eaLnBrk="1" latinLnBrk="1" hangingPunct="1">
                        <a:defRPr kumimoji="0" kern="1200">
                          <a:solidFill>
                            <a:schemeClr val="dk1"/>
                          </a:solidFill>
                          <a:latin typeface="Arial" panose="020B0604020202020204"/>
                        </a:defRPr>
                      </a:lvl5pPr>
                      <a:lvl6pPr marL="2286000" algn="l" rtl="0" eaLnBrk="1" latinLnBrk="1" hangingPunct="1">
                        <a:defRPr kumimoji="0" kern="1200">
                          <a:solidFill>
                            <a:schemeClr val="dk1"/>
                          </a:solidFill>
                          <a:latin typeface="Arial" panose="020B0604020202020204"/>
                        </a:defRPr>
                      </a:lvl6pPr>
                      <a:lvl7pPr marL="2743200" algn="l" rtl="0" eaLnBrk="1" latinLnBrk="1" hangingPunct="1">
                        <a:defRPr kumimoji="0" kern="1200">
                          <a:solidFill>
                            <a:schemeClr val="dk1"/>
                          </a:solidFill>
                          <a:latin typeface="Arial" panose="020B0604020202020204"/>
                        </a:defRPr>
                      </a:lvl7pPr>
                      <a:lvl8pPr marL="3200400" algn="l" rtl="0" eaLnBrk="1" latinLnBrk="1" hangingPunct="1">
                        <a:defRPr kumimoji="0" kern="1200">
                          <a:solidFill>
                            <a:schemeClr val="dk1"/>
                          </a:solidFill>
                          <a:latin typeface="Arial" panose="020B0604020202020204"/>
                        </a:defRPr>
                      </a:lvl8pPr>
                      <a:lvl9pPr marL="3657600" algn="l" rtl="0" eaLnBrk="1" latinLnBrk="1" hangingPunct="1">
                        <a:defRPr kumimoji="0" kern="1200">
                          <a:solidFill>
                            <a:schemeClr val="dk1"/>
                          </a:solidFill>
                          <a:latin typeface="Arial" panose="020B0604020202020204"/>
                        </a:defRPr>
                      </a:lvl9pPr>
                    </a:lstStyle>
                    <a:p>
                      <a:pPr marL="0" marR="0" lvl="0" indent="0" algn="l" defTabSz="914400" rtl="0" eaLnBrk="1" fontAlgn="base" latinLnBrk="0" hangingPunct="1">
                        <a:lnSpc>
                          <a:spcPct val="100000"/>
                        </a:lnSpc>
                        <a:spcBef>
                          <a:spcPct val="20000"/>
                        </a:spcBef>
                        <a:spcAft>
                          <a:spcPct val="0"/>
                        </a:spcAft>
                        <a:buClrTx/>
                        <a:buSzTx/>
                        <a:buFontTx/>
                        <a:buNone/>
                        <a:tabLst/>
                      </a:pPr>
                      <a:r>
                        <a:rPr sz="950" b="0">
                          <a:solidFill>
                            <a:srgbClr val="262626"/>
                          </a:solidFill>
                          <a:latin typeface="Arial"/>
                        </a:rPr>
                        <a:t>REW / FF</a:t>
                      </a:r>
                    </a:p>
                  </a:txBody>
                  <a:tcPr marL="108000" marR="36000" marT="36000" marB="36000" anchor="ctr" horzOverflow="overflow"/>
                </a:tc>
                <a:tc>
                  <a:txBody>
                    <a:bodyPr/>
                    <a:lstStyle>
                      <a:lvl1pPr marL="0" algn="l" rtl="0" eaLnBrk="1" latinLnBrk="1" hangingPunct="1">
                        <a:defRPr kumimoji="0" kern="1200">
                          <a:solidFill>
                            <a:schemeClr val="dk1"/>
                          </a:solidFill>
                          <a:latin typeface="Arial" panose="020B0604020202020204"/>
                        </a:defRPr>
                      </a:lvl1pPr>
                      <a:lvl2pPr marL="457200" algn="l" rtl="0" eaLnBrk="1" latinLnBrk="1" hangingPunct="1">
                        <a:defRPr kumimoji="0" kern="1200">
                          <a:solidFill>
                            <a:schemeClr val="dk1"/>
                          </a:solidFill>
                          <a:latin typeface="Arial" panose="020B0604020202020204"/>
                        </a:defRPr>
                      </a:lvl2pPr>
                      <a:lvl3pPr marL="914400" algn="l" rtl="0" eaLnBrk="1" latinLnBrk="1" hangingPunct="1">
                        <a:defRPr kumimoji="0" kern="1200">
                          <a:solidFill>
                            <a:schemeClr val="dk1"/>
                          </a:solidFill>
                          <a:latin typeface="Arial" panose="020B0604020202020204"/>
                        </a:defRPr>
                      </a:lvl3pPr>
                      <a:lvl4pPr marL="1371600" algn="l" rtl="0" eaLnBrk="1" latinLnBrk="1" hangingPunct="1">
                        <a:defRPr kumimoji="0" kern="1200">
                          <a:solidFill>
                            <a:schemeClr val="dk1"/>
                          </a:solidFill>
                          <a:latin typeface="Arial" panose="020B0604020202020204"/>
                        </a:defRPr>
                      </a:lvl4pPr>
                      <a:lvl5pPr marL="1828800" algn="l" rtl="0" eaLnBrk="1" latinLnBrk="1" hangingPunct="1">
                        <a:defRPr kumimoji="0" kern="1200">
                          <a:solidFill>
                            <a:schemeClr val="dk1"/>
                          </a:solidFill>
                          <a:latin typeface="Arial" panose="020B0604020202020204"/>
                        </a:defRPr>
                      </a:lvl5pPr>
                      <a:lvl6pPr marL="2286000" algn="l" rtl="0" eaLnBrk="1" latinLnBrk="1" hangingPunct="1">
                        <a:defRPr kumimoji="0" kern="1200">
                          <a:solidFill>
                            <a:schemeClr val="dk1"/>
                          </a:solidFill>
                          <a:latin typeface="Arial" panose="020B0604020202020204"/>
                        </a:defRPr>
                      </a:lvl6pPr>
                      <a:lvl7pPr marL="2743200" algn="l" rtl="0" eaLnBrk="1" latinLnBrk="1" hangingPunct="1">
                        <a:defRPr kumimoji="0" kern="1200">
                          <a:solidFill>
                            <a:schemeClr val="dk1"/>
                          </a:solidFill>
                          <a:latin typeface="Arial" panose="020B0604020202020204"/>
                        </a:defRPr>
                      </a:lvl7pPr>
                      <a:lvl8pPr marL="3200400" algn="l" rtl="0" eaLnBrk="1" latinLnBrk="1" hangingPunct="1">
                        <a:defRPr kumimoji="0" kern="1200">
                          <a:solidFill>
                            <a:schemeClr val="dk1"/>
                          </a:solidFill>
                          <a:latin typeface="Arial" panose="020B0604020202020204"/>
                        </a:defRPr>
                      </a:lvl8pPr>
                      <a:lvl9pPr marL="3657600" algn="l" rtl="0" eaLnBrk="1" latinLnBrk="1" hangingPunct="1">
                        <a:defRPr kumimoji="0" kern="1200">
                          <a:solidFill>
                            <a:schemeClr val="dk1"/>
                          </a:solidFill>
                          <a:latin typeface="Arial" panose="020B0604020202020204"/>
                        </a:defRPr>
                      </a:lvl9pPr>
                    </a:lstStyle>
                    <a:p>
                      <a:pPr marL="0" marR="0" lvl="0" indent="0" algn="l" defTabSz="914400" rtl="0" eaLnBrk="1" fontAlgn="base" latinLnBrk="0" hangingPunct="1">
                        <a:lnSpc>
                          <a:spcPct val="100000"/>
                        </a:lnSpc>
                        <a:spcBef>
                          <a:spcPct val="20000"/>
                        </a:spcBef>
                        <a:spcAft>
                          <a:spcPct val="0"/>
                        </a:spcAft>
                        <a:buClrTx/>
                        <a:buSzTx/>
                        <a:buFontTx/>
                        <a:buNone/>
                        <a:tabLst/>
                      </a:pPr>
                      <a:r>
                        <a:rPr sz="950" b="0">
                          <a:solidFill>
                            <a:srgbClr val="262626"/>
                          </a:solidFill>
                          <a:latin typeface="Arial"/>
                        </a:rPr>
                        <a:t>Jump 10 seconds back / forward.</a:t>
                      </a:r>
                      <a:endParaRPr kumimoji="1" lang="ko-KR" altLang="en-US" sz="1200" b="0" i="0" u="none" strike="noStrike" cap="none" normalizeH="0" baseline="0" dirty="0">
                        <a:ln>
                          <a:noFill/>
                        </a:ln>
                        <a:solidFill>
                          <a:srgbClr val="94C46F"/>
                        </a:solidFill>
                        <a:effectLst/>
                        <a:latin typeface="+mj-lt"/>
                        <a:ea typeface="돋움" pitchFamily="50" charset="-127"/>
                      </a:endParaRPr>
                    </a:p>
                  </a:txBody>
                  <a:tcPr marL="108000" marR="36000" marT="36000" marB="36000" anchor="ctr" horzOverflow="overflow"/>
                </a:tc>
                <a:tc>
                  <a:txBody>
                    <a:bodyPr/>
                    <a:lstStyle>
                      <a:lvl1pPr marL="0" algn="l" rtl="0" eaLnBrk="1" latinLnBrk="1" hangingPunct="1">
                        <a:defRPr kumimoji="0" kern="1200">
                          <a:solidFill>
                            <a:schemeClr val="dk1"/>
                          </a:solidFill>
                          <a:latin typeface="Arial" panose="020B0604020202020204"/>
                        </a:defRPr>
                      </a:lvl1pPr>
                      <a:lvl2pPr marL="457200" algn="l" rtl="0" eaLnBrk="1" latinLnBrk="1" hangingPunct="1">
                        <a:defRPr kumimoji="0" kern="1200">
                          <a:solidFill>
                            <a:schemeClr val="dk1"/>
                          </a:solidFill>
                          <a:latin typeface="Arial" panose="020B0604020202020204"/>
                        </a:defRPr>
                      </a:lvl2pPr>
                      <a:lvl3pPr marL="914400" algn="l" rtl="0" eaLnBrk="1" latinLnBrk="1" hangingPunct="1">
                        <a:defRPr kumimoji="0" kern="1200">
                          <a:solidFill>
                            <a:schemeClr val="dk1"/>
                          </a:solidFill>
                          <a:latin typeface="Arial" panose="020B0604020202020204"/>
                        </a:defRPr>
                      </a:lvl3pPr>
                      <a:lvl4pPr marL="1371600" algn="l" rtl="0" eaLnBrk="1" latinLnBrk="1" hangingPunct="1">
                        <a:defRPr kumimoji="0" kern="1200">
                          <a:solidFill>
                            <a:schemeClr val="dk1"/>
                          </a:solidFill>
                          <a:latin typeface="Arial" panose="020B0604020202020204"/>
                        </a:defRPr>
                      </a:lvl4pPr>
                      <a:lvl5pPr marL="1828800" algn="l" rtl="0" eaLnBrk="1" latinLnBrk="1" hangingPunct="1">
                        <a:defRPr kumimoji="0" kern="1200">
                          <a:solidFill>
                            <a:schemeClr val="dk1"/>
                          </a:solidFill>
                          <a:latin typeface="Arial" panose="020B0604020202020204"/>
                        </a:defRPr>
                      </a:lvl5pPr>
                      <a:lvl6pPr marL="2286000" algn="l" rtl="0" eaLnBrk="1" latinLnBrk="1" hangingPunct="1">
                        <a:defRPr kumimoji="0" kern="1200">
                          <a:solidFill>
                            <a:schemeClr val="dk1"/>
                          </a:solidFill>
                          <a:latin typeface="Arial" panose="020B0604020202020204"/>
                        </a:defRPr>
                      </a:lvl6pPr>
                      <a:lvl7pPr marL="2743200" algn="l" rtl="0" eaLnBrk="1" latinLnBrk="1" hangingPunct="1">
                        <a:defRPr kumimoji="0" kern="1200">
                          <a:solidFill>
                            <a:schemeClr val="dk1"/>
                          </a:solidFill>
                          <a:latin typeface="Arial" panose="020B0604020202020204"/>
                        </a:defRPr>
                      </a:lvl7pPr>
                      <a:lvl8pPr marL="3200400" algn="l" rtl="0" eaLnBrk="1" latinLnBrk="1" hangingPunct="1">
                        <a:defRPr kumimoji="0" kern="1200">
                          <a:solidFill>
                            <a:schemeClr val="dk1"/>
                          </a:solidFill>
                          <a:latin typeface="Arial" panose="020B0604020202020204"/>
                        </a:defRPr>
                      </a:lvl8pPr>
                      <a:lvl9pPr marL="3657600" algn="l" rtl="0" eaLnBrk="1" latinLnBrk="1" hangingPunct="1">
                        <a:defRPr kumimoji="0" kern="1200">
                          <a:solidFill>
                            <a:schemeClr val="dk1"/>
                          </a:solidFill>
                          <a:latin typeface="Arial" panose="020B0604020202020204"/>
                        </a:defRPr>
                      </a:lvl9pPr>
                    </a:lstStyle>
                    <a:p>
                      <a:pPr latinLnBrk="0" eaLnBrk="1"/>
                      <a:r>
                        <a:rPr sz="950" b="0">
                          <a:solidFill>
                            <a:srgbClr val="262626"/>
                          </a:solidFill>
                          <a:latin typeface="Arial"/>
                        </a:rPr>
                        <a:t>Only when the stream can seek</a:t>
                      </a:r>
                      <a:endParaRPr lang="ko-KR" altLang="en-US" dirty="0"/>
                    </a:p>
                  </a:txBody>
                  <a:tcPr marL="108000" anchor="ctr"/>
                </a:tc>
                <a:extLst>
                  <a:ext uri="{0D108BD9-81ED-4DB2-BD59-A6C34878D82A}">
                    <a16:rowId xmlns:a16="http://schemas.microsoft.com/office/drawing/2014/main" val="10004"/>
                  </a:ext>
                </a:extLst>
              </a:tr>
              <a:tr h="370840">
                <a:tc>
                  <a:txBody>
                    <a:bodyPr/>
                    <a:lstStyle>
                      <a:lvl1pPr marL="0" algn="l" rtl="0" eaLnBrk="1" latinLnBrk="1" hangingPunct="1">
                        <a:defRPr kumimoji="0" kern="1200">
                          <a:solidFill>
                            <a:schemeClr val="dk1"/>
                          </a:solidFill>
                          <a:latin typeface="Arial" panose="020B0604020202020204"/>
                        </a:defRPr>
                      </a:lvl1pPr>
                      <a:lvl2pPr marL="457200" algn="l" rtl="0" eaLnBrk="1" latinLnBrk="1" hangingPunct="1">
                        <a:defRPr kumimoji="0" kern="1200">
                          <a:solidFill>
                            <a:schemeClr val="dk1"/>
                          </a:solidFill>
                          <a:latin typeface="Arial" panose="020B0604020202020204"/>
                        </a:defRPr>
                      </a:lvl2pPr>
                      <a:lvl3pPr marL="914400" algn="l" rtl="0" eaLnBrk="1" latinLnBrk="1" hangingPunct="1">
                        <a:defRPr kumimoji="0" kern="1200">
                          <a:solidFill>
                            <a:schemeClr val="dk1"/>
                          </a:solidFill>
                          <a:latin typeface="Arial" panose="020B0604020202020204"/>
                        </a:defRPr>
                      </a:lvl3pPr>
                      <a:lvl4pPr marL="1371600" algn="l" rtl="0" eaLnBrk="1" latinLnBrk="1" hangingPunct="1">
                        <a:defRPr kumimoji="0" kern="1200">
                          <a:solidFill>
                            <a:schemeClr val="dk1"/>
                          </a:solidFill>
                          <a:latin typeface="Arial" panose="020B0604020202020204"/>
                        </a:defRPr>
                      </a:lvl4pPr>
                      <a:lvl5pPr marL="1828800" algn="l" rtl="0" eaLnBrk="1" latinLnBrk="1" hangingPunct="1">
                        <a:defRPr kumimoji="0" kern="1200">
                          <a:solidFill>
                            <a:schemeClr val="dk1"/>
                          </a:solidFill>
                          <a:latin typeface="Arial" panose="020B0604020202020204"/>
                        </a:defRPr>
                      </a:lvl5pPr>
                      <a:lvl6pPr marL="2286000" algn="l" rtl="0" eaLnBrk="1" latinLnBrk="1" hangingPunct="1">
                        <a:defRPr kumimoji="0" kern="1200">
                          <a:solidFill>
                            <a:schemeClr val="dk1"/>
                          </a:solidFill>
                          <a:latin typeface="Arial" panose="020B0604020202020204"/>
                        </a:defRPr>
                      </a:lvl6pPr>
                      <a:lvl7pPr marL="2743200" algn="l" rtl="0" eaLnBrk="1" latinLnBrk="1" hangingPunct="1">
                        <a:defRPr kumimoji="0" kern="1200">
                          <a:solidFill>
                            <a:schemeClr val="dk1"/>
                          </a:solidFill>
                          <a:latin typeface="Arial" panose="020B0604020202020204"/>
                        </a:defRPr>
                      </a:lvl7pPr>
                      <a:lvl8pPr marL="3200400" algn="l" rtl="0" eaLnBrk="1" latinLnBrk="1" hangingPunct="1">
                        <a:defRPr kumimoji="0" kern="1200">
                          <a:solidFill>
                            <a:schemeClr val="dk1"/>
                          </a:solidFill>
                          <a:latin typeface="Arial" panose="020B0604020202020204"/>
                        </a:defRPr>
                      </a:lvl8pPr>
                      <a:lvl9pPr marL="3657600" algn="l" rtl="0" eaLnBrk="1" latinLnBrk="1" hangingPunct="1">
                        <a:defRPr kumimoji="0" kern="1200">
                          <a:solidFill>
                            <a:schemeClr val="dk1"/>
                          </a:solidFill>
                          <a:latin typeface="Arial" panose="020B0604020202020204"/>
                        </a:defRPr>
                      </a:lvl9pPr>
                    </a:lstStyle>
                    <a:p>
                      <a:pPr marL="0" marR="0" lvl="0" indent="0" algn="l" defTabSz="914400" rtl="0" eaLnBrk="1" fontAlgn="base" latinLnBrk="0" hangingPunct="1">
                        <a:lnSpc>
                          <a:spcPct val="100000"/>
                        </a:lnSpc>
                        <a:spcBef>
                          <a:spcPct val="20000"/>
                        </a:spcBef>
                        <a:spcAft>
                          <a:spcPct val="0"/>
                        </a:spcAft>
                        <a:buClrTx/>
                        <a:buSzTx/>
                        <a:buFontTx/>
                        <a:buNone/>
                        <a:tabLst/>
                      </a:pPr>
                      <a:r>
                        <a:rPr sz="950" b="0">
                          <a:solidFill>
                            <a:srgbClr val="262626"/>
                          </a:solidFill>
                          <a:latin typeface="Arial"/>
                        </a:rPr>
                        <a:t>CHANNEL UP / DOWN</a:t>
                      </a:r>
                    </a:p>
                  </a:txBody>
                  <a:tcPr marL="108000" marR="36000" marT="36000" marB="36000" anchor="ctr" horzOverflow="overflow"/>
                </a:tc>
                <a:tc>
                  <a:txBody>
                    <a:bodyPr/>
                    <a:lstStyle>
                      <a:lvl1pPr marL="0" algn="l" rtl="0" eaLnBrk="1" latinLnBrk="1" hangingPunct="1">
                        <a:defRPr kumimoji="0" kern="1200">
                          <a:solidFill>
                            <a:schemeClr val="dk1"/>
                          </a:solidFill>
                          <a:latin typeface="Arial" panose="020B0604020202020204"/>
                        </a:defRPr>
                      </a:lvl1pPr>
                      <a:lvl2pPr marL="457200" algn="l" rtl="0" eaLnBrk="1" latinLnBrk="1" hangingPunct="1">
                        <a:defRPr kumimoji="0" kern="1200">
                          <a:solidFill>
                            <a:schemeClr val="dk1"/>
                          </a:solidFill>
                          <a:latin typeface="Arial" panose="020B0604020202020204"/>
                        </a:defRPr>
                      </a:lvl2pPr>
                      <a:lvl3pPr marL="914400" algn="l" rtl="0" eaLnBrk="1" latinLnBrk="1" hangingPunct="1">
                        <a:defRPr kumimoji="0" kern="1200">
                          <a:solidFill>
                            <a:schemeClr val="dk1"/>
                          </a:solidFill>
                          <a:latin typeface="Arial" panose="020B0604020202020204"/>
                        </a:defRPr>
                      </a:lvl3pPr>
                      <a:lvl4pPr marL="1371600" algn="l" rtl="0" eaLnBrk="1" latinLnBrk="1" hangingPunct="1">
                        <a:defRPr kumimoji="0" kern="1200">
                          <a:solidFill>
                            <a:schemeClr val="dk1"/>
                          </a:solidFill>
                          <a:latin typeface="Arial" panose="020B0604020202020204"/>
                        </a:defRPr>
                      </a:lvl4pPr>
                      <a:lvl5pPr marL="1828800" algn="l" rtl="0" eaLnBrk="1" latinLnBrk="1" hangingPunct="1">
                        <a:defRPr kumimoji="0" kern="1200">
                          <a:solidFill>
                            <a:schemeClr val="dk1"/>
                          </a:solidFill>
                          <a:latin typeface="Arial" panose="020B0604020202020204"/>
                        </a:defRPr>
                      </a:lvl5pPr>
                      <a:lvl6pPr marL="2286000" algn="l" rtl="0" eaLnBrk="1" latinLnBrk="1" hangingPunct="1">
                        <a:defRPr kumimoji="0" kern="1200">
                          <a:solidFill>
                            <a:schemeClr val="dk1"/>
                          </a:solidFill>
                          <a:latin typeface="Arial" panose="020B0604020202020204"/>
                        </a:defRPr>
                      </a:lvl6pPr>
                      <a:lvl7pPr marL="2743200" algn="l" rtl="0" eaLnBrk="1" latinLnBrk="1" hangingPunct="1">
                        <a:defRPr kumimoji="0" kern="1200">
                          <a:solidFill>
                            <a:schemeClr val="dk1"/>
                          </a:solidFill>
                          <a:latin typeface="Arial" panose="020B0604020202020204"/>
                        </a:defRPr>
                      </a:lvl7pPr>
                      <a:lvl8pPr marL="3200400" algn="l" rtl="0" eaLnBrk="1" latinLnBrk="1" hangingPunct="1">
                        <a:defRPr kumimoji="0" kern="1200">
                          <a:solidFill>
                            <a:schemeClr val="dk1"/>
                          </a:solidFill>
                          <a:latin typeface="Arial" panose="020B0604020202020204"/>
                        </a:defRPr>
                      </a:lvl8pPr>
                      <a:lvl9pPr marL="3657600" algn="l" rtl="0" eaLnBrk="1" latinLnBrk="1" hangingPunct="1">
                        <a:defRPr kumimoji="0" kern="1200">
                          <a:solidFill>
                            <a:schemeClr val="dk1"/>
                          </a:solidFill>
                          <a:latin typeface="Arial" panose="020B0604020202020204"/>
                        </a:defRPr>
                      </a:lvl9pPr>
                    </a:lstStyle>
                    <a:p>
                      <a:pPr marL="0" marR="0" lvl="0" indent="0" algn="l" defTabSz="914400" rtl="0" eaLnBrk="1" fontAlgn="base" latinLnBrk="0" hangingPunct="1">
                        <a:lnSpc>
                          <a:spcPct val="100000"/>
                        </a:lnSpc>
                        <a:spcBef>
                          <a:spcPct val="20000"/>
                        </a:spcBef>
                        <a:spcAft>
                          <a:spcPct val="0"/>
                        </a:spcAft>
                        <a:buClrTx/>
                        <a:buSzTx/>
                        <a:buFontTx/>
                        <a:buNone/>
                        <a:tabLst/>
                      </a:pPr>
                      <a:r>
                        <a:rPr sz="950" b="0">
                          <a:solidFill>
                            <a:srgbClr val="262626"/>
                          </a:solidFill>
                          <a:latin typeface="Arial"/>
                        </a:rPr>
                        <a:t>Live TV player: previous / next channel. Live TV guide: previous / next page.</a:t>
                      </a:r>
                      <a:endParaRPr kumimoji="1" lang="ko-KR" altLang="en-US" sz="1200" b="0" i="0" u="none" strike="noStrike" cap="none" normalizeH="0" baseline="0" dirty="0">
                        <a:ln>
                          <a:noFill/>
                        </a:ln>
                        <a:solidFill>
                          <a:srgbClr val="94C46F"/>
                        </a:solidFill>
                        <a:effectLst/>
                        <a:latin typeface="+mj-lt"/>
                        <a:ea typeface="돋움" pitchFamily="50" charset="-127"/>
                      </a:endParaRPr>
                    </a:p>
                  </a:txBody>
                  <a:tcPr marL="108000" marR="36000" marT="36000" marB="36000" anchor="ctr" horzOverflow="overflow"/>
                </a:tc>
                <a:tc>
                  <a:txBody>
                    <a:bodyPr/>
                    <a:lstStyle>
                      <a:lvl1pPr marL="0" algn="l" rtl="0" eaLnBrk="1" latinLnBrk="1" hangingPunct="1">
                        <a:defRPr kumimoji="0" kern="1200">
                          <a:solidFill>
                            <a:schemeClr val="dk1"/>
                          </a:solidFill>
                          <a:latin typeface="Arial" panose="020B0604020202020204"/>
                        </a:defRPr>
                      </a:lvl1pPr>
                      <a:lvl2pPr marL="457200" algn="l" rtl="0" eaLnBrk="1" latinLnBrk="1" hangingPunct="1">
                        <a:defRPr kumimoji="0" kern="1200">
                          <a:solidFill>
                            <a:schemeClr val="dk1"/>
                          </a:solidFill>
                          <a:latin typeface="Arial" panose="020B0604020202020204"/>
                        </a:defRPr>
                      </a:lvl2pPr>
                      <a:lvl3pPr marL="914400" algn="l" rtl="0" eaLnBrk="1" latinLnBrk="1" hangingPunct="1">
                        <a:defRPr kumimoji="0" kern="1200">
                          <a:solidFill>
                            <a:schemeClr val="dk1"/>
                          </a:solidFill>
                          <a:latin typeface="Arial" panose="020B0604020202020204"/>
                        </a:defRPr>
                      </a:lvl3pPr>
                      <a:lvl4pPr marL="1371600" algn="l" rtl="0" eaLnBrk="1" latinLnBrk="1" hangingPunct="1">
                        <a:defRPr kumimoji="0" kern="1200">
                          <a:solidFill>
                            <a:schemeClr val="dk1"/>
                          </a:solidFill>
                          <a:latin typeface="Arial" panose="020B0604020202020204"/>
                        </a:defRPr>
                      </a:lvl4pPr>
                      <a:lvl5pPr marL="1828800" algn="l" rtl="0" eaLnBrk="1" latinLnBrk="1" hangingPunct="1">
                        <a:defRPr kumimoji="0" kern="1200">
                          <a:solidFill>
                            <a:schemeClr val="dk1"/>
                          </a:solidFill>
                          <a:latin typeface="Arial" panose="020B0604020202020204"/>
                        </a:defRPr>
                      </a:lvl5pPr>
                      <a:lvl6pPr marL="2286000" algn="l" rtl="0" eaLnBrk="1" latinLnBrk="1" hangingPunct="1">
                        <a:defRPr kumimoji="0" kern="1200">
                          <a:solidFill>
                            <a:schemeClr val="dk1"/>
                          </a:solidFill>
                          <a:latin typeface="Arial" panose="020B0604020202020204"/>
                        </a:defRPr>
                      </a:lvl6pPr>
                      <a:lvl7pPr marL="2743200" algn="l" rtl="0" eaLnBrk="1" latinLnBrk="1" hangingPunct="1">
                        <a:defRPr kumimoji="0" kern="1200">
                          <a:solidFill>
                            <a:schemeClr val="dk1"/>
                          </a:solidFill>
                          <a:latin typeface="Arial" panose="020B0604020202020204"/>
                        </a:defRPr>
                      </a:lvl7pPr>
                      <a:lvl8pPr marL="3200400" algn="l" rtl="0" eaLnBrk="1" latinLnBrk="1" hangingPunct="1">
                        <a:defRPr kumimoji="0" kern="1200">
                          <a:solidFill>
                            <a:schemeClr val="dk1"/>
                          </a:solidFill>
                          <a:latin typeface="Arial" panose="020B0604020202020204"/>
                        </a:defRPr>
                      </a:lvl8pPr>
                      <a:lvl9pPr marL="3657600" algn="l" rtl="0" eaLnBrk="1" latinLnBrk="1" hangingPunct="1">
                        <a:defRPr kumimoji="0" kern="1200">
                          <a:solidFill>
                            <a:schemeClr val="dk1"/>
                          </a:solidFill>
                          <a:latin typeface="Arial" panose="020B0604020202020204"/>
                        </a:defRPr>
                      </a:lvl9pPr>
                    </a:lstStyle>
                    <a:p>
                      <a:pPr latinLnBrk="0" eaLnBrk="1"/>
                      <a:r>
                        <a:rPr sz="950" b="0">
                          <a:solidFill>
                            <a:srgbClr val="262626"/>
                          </a:solidFill>
                          <a:latin typeface="Arial"/>
                        </a:rPr>
                        <a:t>Live TV</a:t>
                      </a:r>
                      <a:endParaRPr lang="ko-KR" altLang="en-US" dirty="0"/>
                    </a:p>
                  </a:txBody>
                  <a:tcPr marL="108000" anchor="ctr"/>
                </a:tc>
                <a:extLst>
                  <a:ext uri="{0D108BD9-81ED-4DB2-BD59-A6C34878D82A}">
                    <a16:rowId xmlns:a16="http://schemas.microsoft.com/office/drawing/2014/main" val="10005"/>
                  </a:ext>
                </a:extLst>
              </a:tr>
              <a:tr h="370840">
                <a:tc>
                  <a:txBody>
                    <a:bodyPr/>
                    <a:lstStyle>
                      <a:lvl1pPr marL="0" algn="l" rtl="0" eaLnBrk="1" latinLnBrk="1" hangingPunct="1">
                        <a:defRPr kumimoji="0" kern="1200">
                          <a:solidFill>
                            <a:schemeClr val="dk1"/>
                          </a:solidFill>
                          <a:latin typeface="Arial" panose="020B0604020202020204"/>
                        </a:defRPr>
                      </a:lvl1pPr>
                      <a:lvl2pPr marL="457200" algn="l" rtl="0" eaLnBrk="1" latinLnBrk="1" hangingPunct="1">
                        <a:defRPr kumimoji="0" kern="1200">
                          <a:solidFill>
                            <a:schemeClr val="dk1"/>
                          </a:solidFill>
                          <a:latin typeface="Arial" panose="020B0604020202020204"/>
                        </a:defRPr>
                      </a:lvl2pPr>
                      <a:lvl3pPr marL="914400" algn="l" rtl="0" eaLnBrk="1" latinLnBrk="1" hangingPunct="1">
                        <a:defRPr kumimoji="0" kern="1200">
                          <a:solidFill>
                            <a:schemeClr val="dk1"/>
                          </a:solidFill>
                          <a:latin typeface="Arial" panose="020B0604020202020204"/>
                        </a:defRPr>
                      </a:lvl3pPr>
                      <a:lvl4pPr marL="1371600" algn="l" rtl="0" eaLnBrk="1" latinLnBrk="1" hangingPunct="1">
                        <a:defRPr kumimoji="0" kern="1200">
                          <a:solidFill>
                            <a:schemeClr val="dk1"/>
                          </a:solidFill>
                          <a:latin typeface="Arial" panose="020B0604020202020204"/>
                        </a:defRPr>
                      </a:lvl4pPr>
                      <a:lvl5pPr marL="1828800" algn="l" rtl="0" eaLnBrk="1" latinLnBrk="1" hangingPunct="1">
                        <a:defRPr kumimoji="0" kern="1200">
                          <a:solidFill>
                            <a:schemeClr val="dk1"/>
                          </a:solidFill>
                          <a:latin typeface="Arial" panose="020B0604020202020204"/>
                        </a:defRPr>
                      </a:lvl5pPr>
                      <a:lvl6pPr marL="2286000" algn="l" rtl="0" eaLnBrk="1" latinLnBrk="1" hangingPunct="1">
                        <a:defRPr kumimoji="0" kern="1200">
                          <a:solidFill>
                            <a:schemeClr val="dk1"/>
                          </a:solidFill>
                          <a:latin typeface="Arial" panose="020B0604020202020204"/>
                        </a:defRPr>
                      </a:lvl6pPr>
                      <a:lvl7pPr marL="2743200" algn="l" rtl="0" eaLnBrk="1" latinLnBrk="1" hangingPunct="1">
                        <a:defRPr kumimoji="0" kern="1200">
                          <a:solidFill>
                            <a:schemeClr val="dk1"/>
                          </a:solidFill>
                          <a:latin typeface="Arial" panose="020B0604020202020204"/>
                        </a:defRPr>
                      </a:lvl7pPr>
                      <a:lvl8pPr marL="3200400" algn="l" rtl="0" eaLnBrk="1" latinLnBrk="1" hangingPunct="1">
                        <a:defRPr kumimoji="0" kern="1200">
                          <a:solidFill>
                            <a:schemeClr val="dk1"/>
                          </a:solidFill>
                          <a:latin typeface="Arial" panose="020B0604020202020204"/>
                        </a:defRPr>
                      </a:lvl8pPr>
                      <a:lvl9pPr marL="3657600" algn="l" rtl="0" eaLnBrk="1" latinLnBrk="1" hangingPunct="1">
                        <a:defRPr kumimoji="0" kern="1200">
                          <a:solidFill>
                            <a:schemeClr val="dk1"/>
                          </a:solidFill>
                          <a:latin typeface="Arial" panose="020B0604020202020204"/>
                        </a:defRPr>
                      </a:lvl9pPr>
                    </a:lstStyle>
                    <a:p>
                      <a:pPr marL="0" marR="0" lvl="0" indent="0" algn="l" defTabSz="914400" rtl="0" eaLnBrk="1" fontAlgn="base" latinLnBrk="0" hangingPunct="1">
                        <a:lnSpc>
                          <a:spcPct val="100000"/>
                        </a:lnSpc>
                        <a:spcBef>
                          <a:spcPct val="20000"/>
                        </a:spcBef>
                        <a:spcAft>
                          <a:spcPct val="0"/>
                        </a:spcAft>
                        <a:buClrTx/>
                        <a:buSzTx/>
                        <a:buFontTx/>
                        <a:buNone/>
                        <a:tabLst/>
                      </a:pPr>
                      <a:r>
                        <a:rPr sz="950" b="0">
                          <a:solidFill>
                            <a:srgbClr val="262626"/>
                          </a:solidFill>
                          <a:latin typeface="Arial"/>
                        </a:rPr>
                        <a:t>0 – 9</a:t>
                      </a:r>
                    </a:p>
                  </a:txBody>
                  <a:tcPr marL="108000" marR="36000" marT="36000" marB="36000" anchor="ctr" horzOverflow="overflow"/>
                </a:tc>
                <a:tc>
                  <a:txBody>
                    <a:bodyPr/>
                    <a:lstStyle>
                      <a:lvl1pPr marL="0" algn="l" rtl="0" eaLnBrk="1" latinLnBrk="1" hangingPunct="1">
                        <a:defRPr kumimoji="0" kern="1200">
                          <a:solidFill>
                            <a:schemeClr val="dk1"/>
                          </a:solidFill>
                          <a:latin typeface="Arial" panose="020B0604020202020204"/>
                        </a:defRPr>
                      </a:lvl1pPr>
                      <a:lvl2pPr marL="457200" algn="l" rtl="0" eaLnBrk="1" latinLnBrk="1" hangingPunct="1">
                        <a:defRPr kumimoji="0" kern="1200">
                          <a:solidFill>
                            <a:schemeClr val="dk1"/>
                          </a:solidFill>
                          <a:latin typeface="Arial" panose="020B0604020202020204"/>
                        </a:defRPr>
                      </a:lvl2pPr>
                      <a:lvl3pPr marL="914400" algn="l" rtl="0" eaLnBrk="1" latinLnBrk="1" hangingPunct="1">
                        <a:defRPr kumimoji="0" kern="1200">
                          <a:solidFill>
                            <a:schemeClr val="dk1"/>
                          </a:solidFill>
                          <a:latin typeface="Arial" panose="020B0604020202020204"/>
                        </a:defRPr>
                      </a:lvl3pPr>
                      <a:lvl4pPr marL="1371600" algn="l" rtl="0" eaLnBrk="1" latinLnBrk="1" hangingPunct="1">
                        <a:defRPr kumimoji="0" kern="1200">
                          <a:solidFill>
                            <a:schemeClr val="dk1"/>
                          </a:solidFill>
                          <a:latin typeface="Arial" panose="020B0604020202020204"/>
                        </a:defRPr>
                      </a:lvl4pPr>
                      <a:lvl5pPr marL="1828800" algn="l" rtl="0" eaLnBrk="1" latinLnBrk="1" hangingPunct="1">
                        <a:defRPr kumimoji="0" kern="1200">
                          <a:solidFill>
                            <a:schemeClr val="dk1"/>
                          </a:solidFill>
                          <a:latin typeface="Arial" panose="020B0604020202020204"/>
                        </a:defRPr>
                      </a:lvl5pPr>
                      <a:lvl6pPr marL="2286000" algn="l" rtl="0" eaLnBrk="1" latinLnBrk="1" hangingPunct="1">
                        <a:defRPr kumimoji="0" kern="1200">
                          <a:solidFill>
                            <a:schemeClr val="dk1"/>
                          </a:solidFill>
                          <a:latin typeface="Arial" panose="020B0604020202020204"/>
                        </a:defRPr>
                      </a:lvl6pPr>
                      <a:lvl7pPr marL="2743200" algn="l" rtl="0" eaLnBrk="1" latinLnBrk="1" hangingPunct="1">
                        <a:defRPr kumimoji="0" kern="1200">
                          <a:solidFill>
                            <a:schemeClr val="dk1"/>
                          </a:solidFill>
                          <a:latin typeface="Arial" panose="020B0604020202020204"/>
                        </a:defRPr>
                      </a:lvl7pPr>
                      <a:lvl8pPr marL="3200400" algn="l" rtl="0" eaLnBrk="1" latinLnBrk="1" hangingPunct="1">
                        <a:defRPr kumimoji="0" kern="1200">
                          <a:solidFill>
                            <a:schemeClr val="dk1"/>
                          </a:solidFill>
                          <a:latin typeface="Arial" panose="020B0604020202020204"/>
                        </a:defRPr>
                      </a:lvl8pPr>
                      <a:lvl9pPr marL="3657600" algn="l" rtl="0" eaLnBrk="1" latinLnBrk="1" hangingPunct="1">
                        <a:defRPr kumimoji="0" kern="1200">
                          <a:solidFill>
                            <a:schemeClr val="dk1"/>
                          </a:solidFill>
                          <a:latin typeface="Arial" panose="020B0604020202020204"/>
                        </a:defRPr>
                      </a:lvl9pPr>
                    </a:lstStyle>
                    <a:p>
                      <a:pPr marL="0" marR="0" lvl="0" indent="0" algn="l" defTabSz="914400" rtl="0" eaLnBrk="1" fontAlgn="base" latinLnBrk="0" hangingPunct="1">
                        <a:lnSpc>
                          <a:spcPct val="100000"/>
                        </a:lnSpc>
                        <a:spcBef>
                          <a:spcPct val="20000"/>
                        </a:spcBef>
                        <a:spcAft>
                          <a:spcPct val="0"/>
                        </a:spcAft>
                        <a:buClrTx/>
                        <a:buSzTx/>
                        <a:buFontTx/>
                        <a:buNone/>
                        <a:tabLst/>
                      </a:pPr>
                      <a:r>
                        <a:rPr sz="950" b="0">
                          <a:solidFill>
                            <a:srgbClr val="262626"/>
                          </a:solidFill>
                          <a:latin typeface="Arial"/>
                        </a:rPr>
                        <a:t>Type the parental-control PIN.</a:t>
                      </a:r>
                      <a:endParaRPr kumimoji="1" lang="ko-KR" altLang="en-US" sz="1200" b="0" i="0" u="none" strike="noStrike" cap="none" normalizeH="0" baseline="0" dirty="0">
                        <a:ln>
                          <a:noFill/>
                        </a:ln>
                        <a:solidFill>
                          <a:srgbClr val="94C46F"/>
                        </a:solidFill>
                        <a:effectLst/>
                        <a:latin typeface="+mj-lt"/>
                        <a:ea typeface="돋움" pitchFamily="50" charset="-127"/>
                      </a:endParaRPr>
                    </a:p>
                  </a:txBody>
                  <a:tcPr marL="108000" marR="36000" marT="36000" marB="36000" anchor="ctr" horzOverflow="overflow"/>
                </a:tc>
                <a:tc>
                  <a:txBody>
                    <a:bodyPr/>
                    <a:lstStyle>
                      <a:lvl1pPr marL="0" algn="l" rtl="0" eaLnBrk="1" latinLnBrk="1" hangingPunct="1">
                        <a:defRPr kumimoji="0" kern="1200">
                          <a:solidFill>
                            <a:schemeClr val="dk1"/>
                          </a:solidFill>
                          <a:latin typeface="Arial" panose="020B0604020202020204"/>
                        </a:defRPr>
                      </a:lvl1pPr>
                      <a:lvl2pPr marL="457200" algn="l" rtl="0" eaLnBrk="1" latinLnBrk="1" hangingPunct="1">
                        <a:defRPr kumimoji="0" kern="1200">
                          <a:solidFill>
                            <a:schemeClr val="dk1"/>
                          </a:solidFill>
                          <a:latin typeface="Arial" panose="020B0604020202020204"/>
                        </a:defRPr>
                      </a:lvl2pPr>
                      <a:lvl3pPr marL="914400" algn="l" rtl="0" eaLnBrk="1" latinLnBrk="1" hangingPunct="1">
                        <a:defRPr kumimoji="0" kern="1200">
                          <a:solidFill>
                            <a:schemeClr val="dk1"/>
                          </a:solidFill>
                          <a:latin typeface="Arial" panose="020B0604020202020204"/>
                        </a:defRPr>
                      </a:lvl3pPr>
                      <a:lvl4pPr marL="1371600" algn="l" rtl="0" eaLnBrk="1" latinLnBrk="1" hangingPunct="1">
                        <a:defRPr kumimoji="0" kern="1200">
                          <a:solidFill>
                            <a:schemeClr val="dk1"/>
                          </a:solidFill>
                          <a:latin typeface="Arial" panose="020B0604020202020204"/>
                        </a:defRPr>
                      </a:lvl4pPr>
                      <a:lvl5pPr marL="1828800" algn="l" rtl="0" eaLnBrk="1" latinLnBrk="1" hangingPunct="1">
                        <a:defRPr kumimoji="0" kern="1200">
                          <a:solidFill>
                            <a:schemeClr val="dk1"/>
                          </a:solidFill>
                          <a:latin typeface="Arial" panose="020B0604020202020204"/>
                        </a:defRPr>
                      </a:lvl5pPr>
                      <a:lvl6pPr marL="2286000" algn="l" rtl="0" eaLnBrk="1" latinLnBrk="1" hangingPunct="1">
                        <a:defRPr kumimoji="0" kern="1200">
                          <a:solidFill>
                            <a:schemeClr val="dk1"/>
                          </a:solidFill>
                          <a:latin typeface="Arial" panose="020B0604020202020204"/>
                        </a:defRPr>
                      </a:lvl6pPr>
                      <a:lvl7pPr marL="2743200" algn="l" rtl="0" eaLnBrk="1" latinLnBrk="1" hangingPunct="1">
                        <a:defRPr kumimoji="0" kern="1200">
                          <a:solidFill>
                            <a:schemeClr val="dk1"/>
                          </a:solidFill>
                          <a:latin typeface="Arial" panose="020B0604020202020204"/>
                        </a:defRPr>
                      </a:lvl7pPr>
                      <a:lvl8pPr marL="3200400" algn="l" rtl="0" eaLnBrk="1" latinLnBrk="1" hangingPunct="1">
                        <a:defRPr kumimoji="0" kern="1200">
                          <a:solidFill>
                            <a:schemeClr val="dk1"/>
                          </a:solidFill>
                          <a:latin typeface="Arial" panose="020B0604020202020204"/>
                        </a:defRPr>
                      </a:lvl8pPr>
                      <a:lvl9pPr marL="3657600" algn="l" rtl="0" eaLnBrk="1" latinLnBrk="1" hangingPunct="1">
                        <a:defRPr kumimoji="0" kern="1200">
                          <a:solidFill>
                            <a:schemeClr val="dk1"/>
                          </a:solidFill>
                          <a:latin typeface="Arial" panose="020B0604020202020204"/>
                        </a:defRPr>
                      </a:lvl9pPr>
                    </a:lstStyle>
                    <a:p>
                      <a:pPr latinLnBrk="0" eaLnBrk="1"/>
                      <a:r>
                        <a:rPr sz="950" b="0">
                          <a:solidFill>
                            <a:srgbClr val="262626"/>
                          </a:solidFill>
                          <a:latin typeface="Arial"/>
                        </a:rPr>
                        <a:t>PIN prompt</a:t>
                      </a:r>
                      <a:endParaRPr lang="ko-KR" altLang="en-US" dirty="0"/>
                    </a:p>
                  </a:txBody>
                  <a:tcPr marL="108000" anchor="ctr"/>
                </a:tc>
                <a:extLst>
                  <a:ext uri="{0D108BD9-81ED-4DB2-BD59-A6C34878D82A}">
                    <a16:rowId xmlns:a16="http://schemas.microsoft.com/office/drawing/2014/main" val="10006"/>
                  </a:ext>
                </a:extLst>
              </a:tr>
            </a:tbl>
          </a:graphicData>
        </a:graphic>
      </p:graphicFrame>
    </p:spTree>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_rels/theme2.xml.rels><?xml version='1.0' encoding='UTF-8' standalone='yes'?>
<Relationships xmlns="http://schemas.openxmlformats.org/package/2006/relationships"><Relationship Id="rId1" Type="http://schemas.openxmlformats.org/officeDocument/2006/relationships/image" Target="../media/image1.jpeg"/></Relationships>
</file>

<file path=ppt/theme/_rels/theme3.xml.rels><?xml version='1.0' encoding='UTF-8' standalone='yes'?>
<Relationships xmlns="http://schemas.openxmlformats.org/package/2006/relationships"><Relationship Id="rId1" Type="http://schemas.openxmlformats.org/officeDocument/2006/relationships/image" Target="../media/image1.jpeg"/></Relationships>
</file>

<file path=ppt/theme/_rels/theme4.xml.rels><?xml version='1.0' encoding='UTF-8' standalone='yes'?>
<Relationships xmlns="http://schemas.openxmlformats.org/package/2006/relationships"><Relationship Id="rId1" Type="http://schemas.openxmlformats.org/officeDocument/2006/relationships/image" Target="../media/image1.jpeg"/></Relationships>
</file>

<file path=ppt/theme/_rels/theme5.xml.rels><?xml version='1.0' encoding='UTF-8' standalone='yes'?>
<Relationships xmlns="http://schemas.openxmlformats.org/package/2006/relationships"><Relationship Id="rId1" Type="http://schemas.openxmlformats.org/officeDocument/2006/relationships/image" Target="../media/image1.jpeg"/></Relationships>
</file>

<file path=ppt/theme/_rels/theme6.xml.rels><?xml version='1.0' encoding='UTF-8' standalone='yes'?>
<Relationships xmlns="http://schemas.openxmlformats.org/package/2006/relationships"><Relationship Id="rId1" Type="http://schemas.openxmlformats.org/officeDocument/2006/relationships/image" Target="../media/image1.jpeg"/></Relationships>
</file>

<file path=ppt/theme/_rels/theme7.xml.rels><?xml version='1.0' encoding='UTF-8' standalone='yes'?>
<Relationships xmlns="http://schemas.openxmlformats.org/package/2006/relationships"><Relationship Id="rId1" Type="http://schemas.openxmlformats.org/officeDocument/2006/relationships/image" Target="../media/image1.jpeg"/></Relationships>
</file>

<file path=ppt/theme/_rels/theme8.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흐름">
  <a:themeElements>
    <a:clrScheme name="Custom 3">
      <a:dk1>
        <a:sysClr val="windowText" lastClr="000000"/>
      </a:dk1>
      <a:lt1>
        <a:sysClr val="window" lastClr="FFFFFF"/>
      </a:lt1>
      <a:dk2>
        <a:srgbClr val="775F55"/>
      </a:dk2>
      <a:lt2>
        <a:srgbClr val="EBDDC3"/>
      </a:lt2>
      <a:accent1>
        <a:srgbClr val="94B6D2"/>
      </a:accent1>
      <a:accent2>
        <a:srgbClr val="DD8047"/>
      </a:accent2>
      <a:accent3>
        <a:srgbClr val="374971"/>
      </a:accent3>
      <a:accent4>
        <a:srgbClr val="D8B25C"/>
      </a:accent4>
      <a:accent5>
        <a:srgbClr val="3B3838"/>
      </a:accent5>
      <a:accent6>
        <a:srgbClr val="968C8C"/>
      </a:accent6>
      <a:hlink>
        <a:srgbClr val="F7B615"/>
      </a:hlink>
      <a:folHlink>
        <a:srgbClr val="704404"/>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흐름">
      <a:fillStyleLst>
        <a:solidFill>
          <a:schemeClr val="phClr"/>
        </a:solidFill>
        <a:gradFill rotWithShape="1">
          <a:gsLst>
            <a:gs pos="0">
              <a:schemeClr val="phClr">
                <a:tint val="70000"/>
                <a:satMod val="130000"/>
              </a:schemeClr>
            </a:gs>
            <a:gs pos="43000">
              <a:schemeClr val="phClr">
                <a:tint val="44000"/>
                <a:satMod val="165000"/>
              </a:schemeClr>
            </a:gs>
            <a:gs pos="93000">
              <a:schemeClr val="phClr">
                <a:tint val="15000"/>
                <a:satMod val="165000"/>
              </a:schemeClr>
            </a:gs>
            <a:gs pos="100000">
              <a:schemeClr val="phClr">
                <a:tint val="5000"/>
                <a:satMod val="250000"/>
              </a:schemeClr>
            </a:gs>
          </a:gsLst>
          <a:path path="circle">
            <a:fillToRect l="50000" t="130000" r="50000" b="-30000"/>
          </a:path>
        </a:gradFill>
        <a:gradFill rotWithShape="1">
          <a:gsLst>
            <a:gs pos="0">
              <a:schemeClr val="phClr">
                <a:tint val="98000"/>
                <a:shade val="25000"/>
                <a:satMod val="250000"/>
              </a:schemeClr>
            </a:gs>
            <a:gs pos="68000">
              <a:schemeClr val="phClr">
                <a:tint val="86000"/>
                <a:satMod val="115000"/>
              </a:schemeClr>
            </a:gs>
            <a:gs pos="100000">
              <a:schemeClr val="phClr">
                <a:tint val="50000"/>
                <a:satMod val="150000"/>
              </a:schemeClr>
            </a:gs>
          </a:gsLst>
          <a:path path="circle">
            <a:fillToRect l="50000" t="130000" r="50000" b="-30000"/>
          </a:path>
        </a:gradFill>
      </a:fillStyleLst>
      <a:lnStyleLst>
        <a:ln w="9525" cap="flat" cmpd="sng" algn="ctr">
          <a:solidFill>
            <a:schemeClr val="phClr">
              <a:shade val="50000"/>
              <a:satMod val="103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57150" dist="38100" dir="5400000" algn="ctr" rotWithShape="0">
              <a:schemeClr val="phClr">
                <a:shade val="9000"/>
                <a:satMod val="105000"/>
                <a:alpha val="48000"/>
              </a:schemeClr>
            </a:outerShdw>
          </a:effectLst>
        </a:effectStyle>
        <a:effectStyle>
          <a:effectLst>
            <a:outerShdw blurRad="57150" dist="38100" dir="5400000" algn="ctr" rotWithShape="0">
              <a:schemeClr val="phClr">
                <a:shade val="9000"/>
                <a:satMod val="105000"/>
                <a:alpha val="48000"/>
              </a:schemeClr>
            </a:outerShdw>
          </a:effectLst>
        </a:effectStyle>
        <a:effectStyle>
          <a:effectLst>
            <a:outerShdw blurRad="57150" dist="38100" dir="5400000" algn="ctr" rotWithShape="0">
              <a:schemeClr val="phClr">
                <a:shade val="9000"/>
                <a:satMod val="105000"/>
                <a:alpha val="48000"/>
              </a:schemeClr>
            </a:outerShdw>
          </a:effectLst>
          <a:scene3d>
            <a:camera prst="orthographicFront" fov="0">
              <a:rot lat="0" lon="0" rev="0"/>
            </a:camera>
            <a:lightRig rig="glow" dir="tl">
              <a:rot lat="0" lon="0" rev="900000"/>
            </a:lightRig>
          </a:scene3d>
          <a:sp3d prstMaterial="powder">
            <a:bevelT w="25400" h="38100"/>
          </a:sp3d>
        </a:effectStyle>
      </a:effectStyleLst>
      <a:bgFillStyleLst>
        <a:solidFill>
          <a:schemeClr val="phClr"/>
        </a:solidFill>
        <a:gradFill rotWithShape="1">
          <a:gsLst>
            <a:gs pos="0">
              <a:schemeClr val="phClr">
                <a:tint val="80000"/>
                <a:satMod val="400000"/>
              </a:schemeClr>
            </a:gs>
            <a:gs pos="25000">
              <a:schemeClr val="phClr">
                <a:tint val="83000"/>
                <a:satMod val="320000"/>
              </a:schemeClr>
            </a:gs>
            <a:gs pos="100000">
              <a:schemeClr val="phClr">
                <a:shade val="15000"/>
                <a:satMod val="320000"/>
              </a:schemeClr>
            </a:gs>
          </a:gsLst>
          <a:path path="circle">
            <a:fillToRect l="10000" t="110000" r="10000" b="100000"/>
          </a:path>
        </a:gradFill>
        <a:blipFill>
          <a:blip xmlns:r="http://schemas.openxmlformats.org/officeDocument/2006/relationships" r:embed="rId1">
            <a:duotone>
              <a:schemeClr val="phClr">
                <a:shade val="90000"/>
                <a:satMod val="150000"/>
              </a:schemeClr>
              <a:schemeClr val="phClr">
                <a:tint val="88000"/>
                <a:satMod val="150000"/>
              </a:schemeClr>
            </a:duotone>
          </a:blip>
          <a:tile tx="0" ty="0" sx="65000" sy="65000" flip="none" algn="tl"/>
        </a:blipFill>
      </a:bgFillStyleLst>
    </a:fmtScheme>
  </a:themeElements>
  <a:objectDefaults/>
  <a:extraClrSchemeLst/>
</a:theme>
</file>

<file path=ppt/theme/theme2.xml><?xml version="1.0" encoding="utf-8"?>
<a:theme xmlns:a="http://schemas.openxmlformats.org/drawingml/2006/main" name="1_흐름">
  <a:themeElements>
    <a:clrScheme name="Median">
      <a:dk1>
        <a:sysClr val="windowText" lastClr="000000"/>
      </a:dk1>
      <a:lt1>
        <a:sysClr val="window" lastClr="FFFFFF"/>
      </a:lt1>
      <a:dk2>
        <a:srgbClr val="775F55"/>
      </a:dk2>
      <a:lt2>
        <a:srgbClr val="EBDDC3"/>
      </a:lt2>
      <a:accent1>
        <a:srgbClr val="94B6D2"/>
      </a:accent1>
      <a:accent2>
        <a:srgbClr val="DD8047"/>
      </a:accent2>
      <a:accent3>
        <a:srgbClr val="A5AB81"/>
      </a:accent3>
      <a:accent4>
        <a:srgbClr val="D8B25C"/>
      </a:accent4>
      <a:accent5>
        <a:srgbClr val="7BA79D"/>
      </a:accent5>
      <a:accent6>
        <a:srgbClr val="968C8C"/>
      </a:accent6>
      <a:hlink>
        <a:srgbClr val="F7B615"/>
      </a:hlink>
      <a:folHlink>
        <a:srgbClr val="704404"/>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흐름">
      <a:fillStyleLst>
        <a:solidFill>
          <a:schemeClr val="phClr"/>
        </a:solidFill>
        <a:gradFill rotWithShape="1">
          <a:gsLst>
            <a:gs pos="0">
              <a:schemeClr val="phClr">
                <a:tint val="70000"/>
                <a:satMod val="130000"/>
              </a:schemeClr>
            </a:gs>
            <a:gs pos="43000">
              <a:schemeClr val="phClr">
                <a:tint val="44000"/>
                <a:satMod val="165000"/>
              </a:schemeClr>
            </a:gs>
            <a:gs pos="93000">
              <a:schemeClr val="phClr">
                <a:tint val="15000"/>
                <a:satMod val="165000"/>
              </a:schemeClr>
            </a:gs>
            <a:gs pos="100000">
              <a:schemeClr val="phClr">
                <a:tint val="5000"/>
                <a:satMod val="250000"/>
              </a:schemeClr>
            </a:gs>
          </a:gsLst>
          <a:path path="circle">
            <a:fillToRect l="50000" t="130000" r="50000" b="-30000"/>
          </a:path>
        </a:gradFill>
        <a:gradFill rotWithShape="1">
          <a:gsLst>
            <a:gs pos="0">
              <a:schemeClr val="phClr">
                <a:tint val="98000"/>
                <a:shade val="25000"/>
                <a:satMod val="250000"/>
              </a:schemeClr>
            </a:gs>
            <a:gs pos="68000">
              <a:schemeClr val="phClr">
                <a:tint val="86000"/>
                <a:satMod val="115000"/>
              </a:schemeClr>
            </a:gs>
            <a:gs pos="100000">
              <a:schemeClr val="phClr">
                <a:tint val="50000"/>
                <a:satMod val="150000"/>
              </a:schemeClr>
            </a:gs>
          </a:gsLst>
          <a:path path="circle">
            <a:fillToRect l="50000" t="130000" r="50000" b="-30000"/>
          </a:path>
        </a:gradFill>
      </a:fillStyleLst>
      <a:lnStyleLst>
        <a:ln w="9525" cap="flat" cmpd="sng" algn="ctr">
          <a:solidFill>
            <a:schemeClr val="phClr">
              <a:shade val="50000"/>
              <a:satMod val="103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57150" dist="38100" dir="5400000" algn="ctr" rotWithShape="0">
              <a:schemeClr val="phClr">
                <a:shade val="9000"/>
                <a:satMod val="105000"/>
                <a:alpha val="48000"/>
              </a:schemeClr>
            </a:outerShdw>
          </a:effectLst>
        </a:effectStyle>
        <a:effectStyle>
          <a:effectLst>
            <a:outerShdw blurRad="57150" dist="38100" dir="5400000" algn="ctr" rotWithShape="0">
              <a:schemeClr val="phClr">
                <a:shade val="9000"/>
                <a:satMod val="105000"/>
                <a:alpha val="48000"/>
              </a:schemeClr>
            </a:outerShdw>
          </a:effectLst>
        </a:effectStyle>
        <a:effectStyle>
          <a:effectLst>
            <a:outerShdw blurRad="57150" dist="38100" dir="5400000" algn="ctr" rotWithShape="0">
              <a:schemeClr val="phClr">
                <a:shade val="9000"/>
                <a:satMod val="105000"/>
                <a:alpha val="48000"/>
              </a:schemeClr>
            </a:outerShdw>
          </a:effectLst>
          <a:scene3d>
            <a:camera prst="orthographicFront" fov="0">
              <a:rot lat="0" lon="0" rev="0"/>
            </a:camera>
            <a:lightRig rig="glow" dir="tl">
              <a:rot lat="0" lon="0" rev="900000"/>
            </a:lightRig>
          </a:scene3d>
          <a:sp3d prstMaterial="powder">
            <a:bevelT w="25400" h="38100"/>
          </a:sp3d>
        </a:effectStyle>
      </a:effectStyleLst>
      <a:bgFillStyleLst>
        <a:solidFill>
          <a:schemeClr val="phClr"/>
        </a:solidFill>
        <a:gradFill rotWithShape="1">
          <a:gsLst>
            <a:gs pos="0">
              <a:schemeClr val="phClr">
                <a:tint val="80000"/>
                <a:satMod val="400000"/>
              </a:schemeClr>
            </a:gs>
            <a:gs pos="25000">
              <a:schemeClr val="phClr">
                <a:tint val="83000"/>
                <a:satMod val="320000"/>
              </a:schemeClr>
            </a:gs>
            <a:gs pos="100000">
              <a:schemeClr val="phClr">
                <a:shade val="15000"/>
                <a:satMod val="320000"/>
              </a:schemeClr>
            </a:gs>
          </a:gsLst>
          <a:path path="circle">
            <a:fillToRect l="10000" t="110000" r="10000" b="100000"/>
          </a:path>
        </a:gradFill>
        <a:blipFill>
          <a:blip xmlns:r="http://schemas.openxmlformats.org/officeDocument/2006/relationships" r:embed="rId1">
            <a:duotone>
              <a:schemeClr val="phClr">
                <a:shade val="90000"/>
                <a:satMod val="150000"/>
              </a:schemeClr>
              <a:schemeClr val="phClr">
                <a:tint val="88000"/>
                <a:satMod val="150000"/>
              </a:schemeClr>
            </a:duotone>
          </a:blip>
          <a:tile tx="0" ty="0" sx="65000" sy="65000" flip="none" algn="tl"/>
        </a:blipFill>
      </a:bgFillStyleLst>
    </a:fmtScheme>
  </a:themeElements>
  <a:objectDefaults/>
  <a:extraClrSchemeLst/>
</a:theme>
</file>

<file path=ppt/theme/theme3.xml><?xml version="1.0" encoding="utf-8"?>
<a:theme xmlns:a="http://schemas.openxmlformats.org/drawingml/2006/main" name="Language-Option">
  <a:themeElements>
    <a:clrScheme name="Median">
      <a:dk1>
        <a:sysClr val="windowText" lastClr="000000"/>
      </a:dk1>
      <a:lt1>
        <a:sysClr val="window" lastClr="FFFFFF"/>
      </a:lt1>
      <a:dk2>
        <a:srgbClr val="775F55"/>
      </a:dk2>
      <a:lt2>
        <a:srgbClr val="EBDDC3"/>
      </a:lt2>
      <a:accent1>
        <a:srgbClr val="94B6D2"/>
      </a:accent1>
      <a:accent2>
        <a:srgbClr val="DD8047"/>
      </a:accent2>
      <a:accent3>
        <a:srgbClr val="A5AB81"/>
      </a:accent3>
      <a:accent4>
        <a:srgbClr val="D8B25C"/>
      </a:accent4>
      <a:accent5>
        <a:srgbClr val="7BA79D"/>
      </a:accent5>
      <a:accent6>
        <a:srgbClr val="968C8C"/>
      </a:accent6>
      <a:hlink>
        <a:srgbClr val="F7B615"/>
      </a:hlink>
      <a:folHlink>
        <a:srgbClr val="704404"/>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흐름">
      <a:fillStyleLst>
        <a:solidFill>
          <a:schemeClr val="phClr"/>
        </a:solidFill>
        <a:gradFill rotWithShape="1">
          <a:gsLst>
            <a:gs pos="0">
              <a:schemeClr val="phClr">
                <a:tint val="70000"/>
                <a:satMod val="130000"/>
              </a:schemeClr>
            </a:gs>
            <a:gs pos="43000">
              <a:schemeClr val="phClr">
                <a:tint val="44000"/>
                <a:satMod val="165000"/>
              </a:schemeClr>
            </a:gs>
            <a:gs pos="93000">
              <a:schemeClr val="phClr">
                <a:tint val="15000"/>
                <a:satMod val="165000"/>
              </a:schemeClr>
            </a:gs>
            <a:gs pos="100000">
              <a:schemeClr val="phClr">
                <a:tint val="5000"/>
                <a:satMod val="250000"/>
              </a:schemeClr>
            </a:gs>
          </a:gsLst>
          <a:path path="circle">
            <a:fillToRect l="50000" t="130000" r="50000" b="-30000"/>
          </a:path>
        </a:gradFill>
        <a:gradFill rotWithShape="1">
          <a:gsLst>
            <a:gs pos="0">
              <a:schemeClr val="phClr">
                <a:tint val="98000"/>
                <a:shade val="25000"/>
                <a:satMod val="250000"/>
              </a:schemeClr>
            </a:gs>
            <a:gs pos="68000">
              <a:schemeClr val="phClr">
                <a:tint val="86000"/>
                <a:satMod val="115000"/>
              </a:schemeClr>
            </a:gs>
            <a:gs pos="100000">
              <a:schemeClr val="phClr">
                <a:tint val="50000"/>
                <a:satMod val="150000"/>
              </a:schemeClr>
            </a:gs>
          </a:gsLst>
          <a:path path="circle">
            <a:fillToRect l="50000" t="130000" r="50000" b="-30000"/>
          </a:path>
        </a:gradFill>
      </a:fillStyleLst>
      <a:lnStyleLst>
        <a:ln w="9525" cap="flat" cmpd="sng" algn="ctr">
          <a:solidFill>
            <a:schemeClr val="phClr">
              <a:shade val="50000"/>
              <a:satMod val="103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57150" dist="38100" dir="5400000" algn="ctr" rotWithShape="0">
              <a:schemeClr val="phClr">
                <a:shade val="9000"/>
                <a:satMod val="105000"/>
                <a:alpha val="48000"/>
              </a:schemeClr>
            </a:outerShdw>
          </a:effectLst>
        </a:effectStyle>
        <a:effectStyle>
          <a:effectLst>
            <a:outerShdw blurRad="57150" dist="38100" dir="5400000" algn="ctr" rotWithShape="0">
              <a:schemeClr val="phClr">
                <a:shade val="9000"/>
                <a:satMod val="105000"/>
                <a:alpha val="48000"/>
              </a:schemeClr>
            </a:outerShdw>
          </a:effectLst>
        </a:effectStyle>
        <a:effectStyle>
          <a:effectLst>
            <a:outerShdw blurRad="57150" dist="38100" dir="5400000" algn="ctr" rotWithShape="0">
              <a:schemeClr val="phClr">
                <a:shade val="9000"/>
                <a:satMod val="105000"/>
                <a:alpha val="48000"/>
              </a:schemeClr>
            </a:outerShdw>
          </a:effectLst>
          <a:scene3d>
            <a:camera prst="orthographicFront" fov="0">
              <a:rot lat="0" lon="0" rev="0"/>
            </a:camera>
            <a:lightRig rig="glow" dir="tl">
              <a:rot lat="0" lon="0" rev="900000"/>
            </a:lightRig>
          </a:scene3d>
          <a:sp3d prstMaterial="powder">
            <a:bevelT w="25400" h="38100"/>
          </a:sp3d>
        </a:effectStyle>
      </a:effectStyleLst>
      <a:bgFillStyleLst>
        <a:solidFill>
          <a:schemeClr val="phClr"/>
        </a:solidFill>
        <a:gradFill rotWithShape="1">
          <a:gsLst>
            <a:gs pos="0">
              <a:schemeClr val="phClr">
                <a:tint val="80000"/>
                <a:satMod val="400000"/>
              </a:schemeClr>
            </a:gs>
            <a:gs pos="25000">
              <a:schemeClr val="phClr">
                <a:tint val="83000"/>
                <a:satMod val="320000"/>
              </a:schemeClr>
            </a:gs>
            <a:gs pos="100000">
              <a:schemeClr val="phClr">
                <a:shade val="15000"/>
                <a:satMod val="320000"/>
              </a:schemeClr>
            </a:gs>
          </a:gsLst>
          <a:path path="circle">
            <a:fillToRect l="10000" t="110000" r="10000" b="100000"/>
          </a:path>
        </a:gradFill>
        <a:blipFill>
          <a:blip xmlns:r="http://schemas.openxmlformats.org/officeDocument/2006/relationships" r:embed="rId1">
            <a:duotone>
              <a:schemeClr val="phClr">
                <a:shade val="90000"/>
                <a:satMod val="150000"/>
              </a:schemeClr>
              <a:schemeClr val="phClr">
                <a:tint val="88000"/>
                <a:satMod val="150000"/>
              </a:schemeClr>
            </a:duotone>
          </a:blip>
          <a:tile tx="0" ty="0" sx="65000" sy="65000" flip="none" algn="tl"/>
        </a:blipFill>
      </a:bgFillStyleLst>
    </a:fmtScheme>
  </a:themeElements>
  <a:objectDefaults/>
  <a:extraClrSchemeLst/>
</a:theme>
</file>

<file path=ppt/theme/theme4.xml><?xml version="1.0" encoding="utf-8"?>
<a:theme xmlns:a="http://schemas.openxmlformats.org/drawingml/2006/main" name="Remote-Key-map">
  <a:themeElements>
    <a:clrScheme name="Median">
      <a:dk1>
        <a:sysClr val="windowText" lastClr="000000"/>
      </a:dk1>
      <a:lt1>
        <a:sysClr val="window" lastClr="FFFFFF"/>
      </a:lt1>
      <a:dk2>
        <a:srgbClr val="775F55"/>
      </a:dk2>
      <a:lt2>
        <a:srgbClr val="EBDDC3"/>
      </a:lt2>
      <a:accent1>
        <a:srgbClr val="94B6D2"/>
      </a:accent1>
      <a:accent2>
        <a:srgbClr val="DD8047"/>
      </a:accent2>
      <a:accent3>
        <a:srgbClr val="A5AB81"/>
      </a:accent3>
      <a:accent4>
        <a:srgbClr val="D8B25C"/>
      </a:accent4>
      <a:accent5>
        <a:srgbClr val="7BA79D"/>
      </a:accent5>
      <a:accent6>
        <a:srgbClr val="968C8C"/>
      </a:accent6>
      <a:hlink>
        <a:srgbClr val="F7B615"/>
      </a:hlink>
      <a:folHlink>
        <a:srgbClr val="704404"/>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흐름">
      <a:fillStyleLst>
        <a:solidFill>
          <a:schemeClr val="phClr"/>
        </a:solidFill>
        <a:gradFill rotWithShape="1">
          <a:gsLst>
            <a:gs pos="0">
              <a:schemeClr val="phClr">
                <a:tint val="70000"/>
                <a:satMod val="130000"/>
              </a:schemeClr>
            </a:gs>
            <a:gs pos="43000">
              <a:schemeClr val="phClr">
                <a:tint val="44000"/>
                <a:satMod val="165000"/>
              </a:schemeClr>
            </a:gs>
            <a:gs pos="93000">
              <a:schemeClr val="phClr">
                <a:tint val="15000"/>
                <a:satMod val="165000"/>
              </a:schemeClr>
            </a:gs>
            <a:gs pos="100000">
              <a:schemeClr val="phClr">
                <a:tint val="5000"/>
                <a:satMod val="250000"/>
              </a:schemeClr>
            </a:gs>
          </a:gsLst>
          <a:path path="circle">
            <a:fillToRect l="50000" t="130000" r="50000" b="-30000"/>
          </a:path>
        </a:gradFill>
        <a:gradFill rotWithShape="1">
          <a:gsLst>
            <a:gs pos="0">
              <a:schemeClr val="phClr">
                <a:tint val="98000"/>
                <a:shade val="25000"/>
                <a:satMod val="250000"/>
              </a:schemeClr>
            </a:gs>
            <a:gs pos="68000">
              <a:schemeClr val="phClr">
                <a:tint val="86000"/>
                <a:satMod val="115000"/>
              </a:schemeClr>
            </a:gs>
            <a:gs pos="100000">
              <a:schemeClr val="phClr">
                <a:tint val="50000"/>
                <a:satMod val="150000"/>
              </a:schemeClr>
            </a:gs>
          </a:gsLst>
          <a:path path="circle">
            <a:fillToRect l="50000" t="130000" r="50000" b="-30000"/>
          </a:path>
        </a:gradFill>
      </a:fillStyleLst>
      <a:lnStyleLst>
        <a:ln w="9525" cap="flat" cmpd="sng" algn="ctr">
          <a:solidFill>
            <a:schemeClr val="phClr">
              <a:shade val="50000"/>
              <a:satMod val="103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57150" dist="38100" dir="5400000" algn="ctr" rotWithShape="0">
              <a:schemeClr val="phClr">
                <a:shade val="9000"/>
                <a:satMod val="105000"/>
                <a:alpha val="48000"/>
              </a:schemeClr>
            </a:outerShdw>
          </a:effectLst>
        </a:effectStyle>
        <a:effectStyle>
          <a:effectLst>
            <a:outerShdw blurRad="57150" dist="38100" dir="5400000" algn="ctr" rotWithShape="0">
              <a:schemeClr val="phClr">
                <a:shade val="9000"/>
                <a:satMod val="105000"/>
                <a:alpha val="48000"/>
              </a:schemeClr>
            </a:outerShdw>
          </a:effectLst>
        </a:effectStyle>
        <a:effectStyle>
          <a:effectLst>
            <a:outerShdw blurRad="57150" dist="38100" dir="5400000" algn="ctr" rotWithShape="0">
              <a:schemeClr val="phClr">
                <a:shade val="9000"/>
                <a:satMod val="105000"/>
                <a:alpha val="48000"/>
              </a:schemeClr>
            </a:outerShdw>
          </a:effectLst>
          <a:scene3d>
            <a:camera prst="orthographicFront" fov="0">
              <a:rot lat="0" lon="0" rev="0"/>
            </a:camera>
            <a:lightRig rig="glow" dir="tl">
              <a:rot lat="0" lon="0" rev="900000"/>
            </a:lightRig>
          </a:scene3d>
          <a:sp3d prstMaterial="powder">
            <a:bevelT w="25400" h="38100"/>
          </a:sp3d>
        </a:effectStyle>
      </a:effectStyleLst>
      <a:bgFillStyleLst>
        <a:solidFill>
          <a:schemeClr val="phClr"/>
        </a:solidFill>
        <a:gradFill rotWithShape="1">
          <a:gsLst>
            <a:gs pos="0">
              <a:schemeClr val="phClr">
                <a:tint val="80000"/>
                <a:satMod val="400000"/>
              </a:schemeClr>
            </a:gs>
            <a:gs pos="25000">
              <a:schemeClr val="phClr">
                <a:tint val="83000"/>
                <a:satMod val="320000"/>
              </a:schemeClr>
            </a:gs>
            <a:gs pos="100000">
              <a:schemeClr val="phClr">
                <a:shade val="15000"/>
                <a:satMod val="320000"/>
              </a:schemeClr>
            </a:gs>
          </a:gsLst>
          <a:path path="circle">
            <a:fillToRect l="10000" t="110000" r="10000" b="100000"/>
          </a:path>
        </a:gradFill>
        <a:blipFill>
          <a:blip xmlns:r="http://schemas.openxmlformats.org/officeDocument/2006/relationships" r:embed="rId1">
            <a:duotone>
              <a:schemeClr val="phClr">
                <a:shade val="90000"/>
                <a:satMod val="150000"/>
              </a:schemeClr>
              <a:schemeClr val="phClr">
                <a:tint val="88000"/>
                <a:satMod val="150000"/>
              </a:schemeClr>
            </a:duotone>
          </a:blip>
          <a:tile tx="0" ty="0" sx="65000" sy="65000" flip="none" algn="tl"/>
        </a:blipFill>
      </a:bgFillStyleLst>
    </a:fmtScheme>
  </a:themeElements>
  <a:objectDefaults/>
  <a:extraClrSchemeLst/>
</a:theme>
</file>

<file path=ppt/theme/theme5.xml><?xml version="1.0" encoding="utf-8"?>
<a:theme xmlns:a="http://schemas.openxmlformats.org/drawingml/2006/main" name="Screen-Element">
  <a:themeElements>
    <a:clrScheme name="Median">
      <a:dk1>
        <a:sysClr val="windowText" lastClr="000000"/>
      </a:dk1>
      <a:lt1>
        <a:sysClr val="window" lastClr="FFFFFF"/>
      </a:lt1>
      <a:dk2>
        <a:srgbClr val="775F55"/>
      </a:dk2>
      <a:lt2>
        <a:srgbClr val="EBDDC3"/>
      </a:lt2>
      <a:accent1>
        <a:srgbClr val="94B6D2"/>
      </a:accent1>
      <a:accent2>
        <a:srgbClr val="DD8047"/>
      </a:accent2>
      <a:accent3>
        <a:srgbClr val="A5AB81"/>
      </a:accent3>
      <a:accent4>
        <a:srgbClr val="D8B25C"/>
      </a:accent4>
      <a:accent5>
        <a:srgbClr val="7BA79D"/>
      </a:accent5>
      <a:accent6>
        <a:srgbClr val="968C8C"/>
      </a:accent6>
      <a:hlink>
        <a:srgbClr val="F7B615"/>
      </a:hlink>
      <a:folHlink>
        <a:srgbClr val="704404"/>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흐름">
      <a:fillStyleLst>
        <a:solidFill>
          <a:schemeClr val="phClr"/>
        </a:solidFill>
        <a:gradFill rotWithShape="1">
          <a:gsLst>
            <a:gs pos="0">
              <a:schemeClr val="phClr">
                <a:tint val="70000"/>
                <a:satMod val="130000"/>
              </a:schemeClr>
            </a:gs>
            <a:gs pos="43000">
              <a:schemeClr val="phClr">
                <a:tint val="44000"/>
                <a:satMod val="165000"/>
              </a:schemeClr>
            </a:gs>
            <a:gs pos="93000">
              <a:schemeClr val="phClr">
                <a:tint val="15000"/>
                <a:satMod val="165000"/>
              </a:schemeClr>
            </a:gs>
            <a:gs pos="100000">
              <a:schemeClr val="phClr">
                <a:tint val="5000"/>
                <a:satMod val="250000"/>
              </a:schemeClr>
            </a:gs>
          </a:gsLst>
          <a:path path="circle">
            <a:fillToRect l="50000" t="130000" r="50000" b="-30000"/>
          </a:path>
        </a:gradFill>
        <a:gradFill rotWithShape="1">
          <a:gsLst>
            <a:gs pos="0">
              <a:schemeClr val="phClr">
                <a:tint val="98000"/>
                <a:shade val="25000"/>
                <a:satMod val="250000"/>
              </a:schemeClr>
            </a:gs>
            <a:gs pos="68000">
              <a:schemeClr val="phClr">
                <a:tint val="86000"/>
                <a:satMod val="115000"/>
              </a:schemeClr>
            </a:gs>
            <a:gs pos="100000">
              <a:schemeClr val="phClr">
                <a:tint val="50000"/>
                <a:satMod val="150000"/>
              </a:schemeClr>
            </a:gs>
          </a:gsLst>
          <a:path path="circle">
            <a:fillToRect l="50000" t="130000" r="50000" b="-30000"/>
          </a:path>
        </a:gradFill>
      </a:fillStyleLst>
      <a:lnStyleLst>
        <a:ln w="9525" cap="flat" cmpd="sng" algn="ctr">
          <a:solidFill>
            <a:schemeClr val="phClr">
              <a:shade val="50000"/>
              <a:satMod val="103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57150" dist="38100" dir="5400000" algn="ctr" rotWithShape="0">
              <a:schemeClr val="phClr">
                <a:shade val="9000"/>
                <a:satMod val="105000"/>
                <a:alpha val="48000"/>
              </a:schemeClr>
            </a:outerShdw>
          </a:effectLst>
        </a:effectStyle>
        <a:effectStyle>
          <a:effectLst>
            <a:outerShdw blurRad="57150" dist="38100" dir="5400000" algn="ctr" rotWithShape="0">
              <a:schemeClr val="phClr">
                <a:shade val="9000"/>
                <a:satMod val="105000"/>
                <a:alpha val="48000"/>
              </a:schemeClr>
            </a:outerShdw>
          </a:effectLst>
        </a:effectStyle>
        <a:effectStyle>
          <a:effectLst>
            <a:outerShdw blurRad="57150" dist="38100" dir="5400000" algn="ctr" rotWithShape="0">
              <a:schemeClr val="phClr">
                <a:shade val="9000"/>
                <a:satMod val="105000"/>
                <a:alpha val="48000"/>
              </a:schemeClr>
            </a:outerShdw>
          </a:effectLst>
          <a:scene3d>
            <a:camera prst="orthographicFront" fov="0">
              <a:rot lat="0" lon="0" rev="0"/>
            </a:camera>
            <a:lightRig rig="glow" dir="tl">
              <a:rot lat="0" lon="0" rev="900000"/>
            </a:lightRig>
          </a:scene3d>
          <a:sp3d prstMaterial="powder">
            <a:bevelT w="25400" h="38100"/>
          </a:sp3d>
        </a:effectStyle>
      </a:effectStyleLst>
      <a:bgFillStyleLst>
        <a:solidFill>
          <a:schemeClr val="phClr"/>
        </a:solidFill>
        <a:gradFill rotWithShape="1">
          <a:gsLst>
            <a:gs pos="0">
              <a:schemeClr val="phClr">
                <a:tint val="80000"/>
                <a:satMod val="400000"/>
              </a:schemeClr>
            </a:gs>
            <a:gs pos="25000">
              <a:schemeClr val="phClr">
                <a:tint val="83000"/>
                <a:satMod val="320000"/>
              </a:schemeClr>
            </a:gs>
            <a:gs pos="100000">
              <a:schemeClr val="phClr">
                <a:shade val="15000"/>
                <a:satMod val="320000"/>
              </a:schemeClr>
            </a:gs>
          </a:gsLst>
          <a:path path="circle">
            <a:fillToRect l="10000" t="110000" r="10000" b="100000"/>
          </a:path>
        </a:gradFill>
        <a:blipFill>
          <a:blip xmlns:r="http://schemas.openxmlformats.org/officeDocument/2006/relationships" r:embed="rId1">
            <a:duotone>
              <a:schemeClr val="phClr">
                <a:shade val="90000"/>
                <a:satMod val="150000"/>
              </a:schemeClr>
              <a:schemeClr val="phClr">
                <a:tint val="88000"/>
                <a:satMod val="150000"/>
              </a:schemeClr>
            </a:duotone>
          </a:blip>
          <a:tile tx="0" ty="0" sx="65000" sy="65000" flip="none" algn="tl"/>
        </a:blipFill>
      </a:bgFillStyleLst>
    </a:fmtScheme>
  </a:themeElements>
  <a:objectDefaults/>
  <a:extraClrSchemeLst/>
</a:theme>
</file>

<file path=ppt/theme/theme6.xml><?xml version="1.0" encoding="utf-8"?>
<a:theme xmlns:a="http://schemas.openxmlformats.org/drawingml/2006/main" name="UI-Structure">
  <a:themeElements>
    <a:clrScheme name="Median">
      <a:dk1>
        <a:sysClr val="windowText" lastClr="000000"/>
      </a:dk1>
      <a:lt1>
        <a:sysClr val="window" lastClr="FFFFFF"/>
      </a:lt1>
      <a:dk2>
        <a:srgbClr val="775F55"/>
      </a:dk2>
      <a:lt2>
        <a:srgbClr val="EBDDC3"/>
      </a:lt2>
      <a:accent1>
        <a:srgbClr val="94B6D2"/>
      </a:accent1>
      <a:accent2>
        <a:srgbClr val="DD8047"/>
      </a:accent2>
      <a:accent3>
        <a:srgbClr val="A5AB81"/>
      </a:accent3>
      <a:accent4>
        <a:srgbClr val="D8B25C"/>
      </a:accent4>
      <a:accent5>
        <a:srgbClr val="7BA79D"/>
      </a:accent5>
      <a:accent6>
        <a:srgbClr val="968C8C"/>
      </a:accent6>
      <a:hlink>
        <a:srgbClr val="F7B615"/>
      </a:hlink>
      <a:folHlink>
        <a:srgbClr val="704404"/>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흐름">
      <a:fillStyleLst>
        <a:solidFill>
          <a:schemeClr val="phClr"/>
        </a:solidFill>
        <a:gradFill rotWithShape="1">
          <a:gsLst>
            <a:gs pos="0">
              <a:schemeClr val="phClr">
                <a:tint val="70000"/>
                <a:satMod val="130000"/>
              </a:schemeClr>
            </a:gs>
            <a:gs pos="43000">
              <a:schemeClr val="phClr">
                <a:tint val="44000"/>
                <a:satMod val="165000"/>
              </a:schemeClr>
            </a:gs>
            <a:gs pos="93000">
              <a:schemeClr val="phClr">
                <a:tint val="15000"/>
                <a:satMod val="165000"/>
              </a:schemeClr>
            </a:gs>
            <a:gs pos="100000">
              <a:schemeClr val="phClr">
                <a:tint val="5000"/>
                <a:satMod val="250000"/>
              </a:schemeClr>
            </a:gs>
          </a:gsLst>
          <a:path path="circle">
            <a:fillToRect l="50000" t="130000" r="50000" b="-30000"/>
          </a:path>
        </a:gradFill>
        <a:gradFill rotWithShape="1">
          <a:gsLst>
            <a:gs pos="0">
              <a:schemeClr val="phClr">
                <a:tint val="98000"/>
                <a:shade val="25000"/>
                <a:satMod val="250000"/>
              </a:schemeClr>
            </a:gs>
            <a:gs pos="68000">
              <a:schemeClr val="phClr">
                <a:tint val="86000"/>
                <a:satMod val="115000"/>
              </a:schemeClr>
            </a:gs>
            <a:gs pos="100000">
              <a:schemeClr val="phClr">
                <a:tint val="50000"/>
                <a:satMod val="150000"/>
              </a:schemeClr>
            </a:gs>
          </a:gsLst>
          <a:path path="circle">
            <a:fillToRect l="50000" t="130000" r="50000" b="-30000"/>
          </a:path>
        </a:gradFill>
      </a:fillStyleLst>
      <a:lnStyleLst>
        <a:ln w="9525" cap="flat" cmpd="sng" algn="ctr">
          <a:solidFill>
            <a:schemeClr val="phClr">
              <a:shade val="50000"/>
              <a:satMod val="103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57150" dist="38100" dir="5400000" algn="ctr" rotWithShape="0">
              <a:schemeClr val="phClr">
                <a:shade val="9000"/>
                <a:satMod val="105000"/>
                <a:alpha val="48000"/>
              </a:schemeClr>
            </a:outerShdw>
          </a:effectLst>
        </a:effectStyle>
        <a:effectStyle>
          <a:effectLst>
            <a:outerShdw blurRad="57150" dist="38100" dir="5400000" algn="ctr" rotWithShape="0">
              <a:schemeClr val="phClr">
                <a:shade val="9000"/>
                <a:satMod val="105000"/>
                <a:alpha val="48000"/>
              </a:schemeClr>
            </a:outerShdw>
          </a:effectLst>
        </a:effectStyle>
        <a:effectStyle>
          <a:effectLst>
            <a:outerShdw blurRad="57150" dist="38100" dir="5400000" algn="ctr" rotWithShape="0">
              <a:schemeClr val="phClr">
                <a:shade val="9000"/>
                <a:satMod val="105000"/>
                <a:alpha val="48000"/>
              </a:schemeClr>
            </a:outerShdw>
          </a:effectLst>
          <a:scene3d>
            <a:camera prst="orthographicFront" fov="0">
              <a:rot lat="0" lon="0" rev="0"/>
            </a:camera>
            <a:lightRig rig="glow" dir="tl">
              <a:rot lat="0" lon="0" rev="900000"/>
            </a:lightRig>
          </a:scene3d>
          <a:sp3d prstMaterial="powder">
            <a:bevelT w="25400" h="38100"/>
          </a:sp3d>
        </a:effectStyle>
      </a:effectStyleLst>
      <a:bgFillStyleLst>
        <a:solidFill>
          <a:schemeClr val="phClr"/>
        </a:solidFill>
        <a:gradFill rotWithShape="1">
          <a:gsLst>
            <a:gs pos="0">
              <a:schemeClr val="phClr">
                <a:tint val="80000"/>
                <a:satMod val="400000"/>
              </a:schemeClr>
            </a:gs>
            <a:gs pos="25000">
              <a:schemeClr val="phClr">
                <a:tint val="83000"/>
                <a:satMod val="320000"/>
              </a:schemeClr>
            </a:gs>
            <a:gs pos="100000">
              <a:schemeClr val="phClr">
                <a:shade val="15000"/>
                <a:satMod val="320000"/>
              </a:schemeClr>
            </a:gs>
          </a:gsLst>
          <a:path path="circle">
            <a:fillToRect l="10000" t="110000" r="10000" b="100000"/>
          </a:path>
        </a:gradFill>
        <a:blipFill>
          <a:blip xmlns:r="http://schemas.openxmlformats.org/officeDocument/2006/relationships" r:embed="rId1">
            <a:duotone>
              <a:schemeClr val="phClr">
                <a:shade val="90000"/>
                <a:satMod val="150000"/>
              </a:schemeClr>
              <a:schemeClr val="phClr">
                <a:tint val="88000"/>
                <a:satMod val="150000"/>
              </a:schemeClr>
            </a:duotone>
          </a:blip>
          <a:tile tx="0" ty="0" sx="65000" sy="65000" flip="none" algn="tl"/>
        </a:blipFill>
      </a:bgFillStyleLst>
    </a:fmtScheme>
  </a:themeElements>
  <a:objectDefaults/>
  <a:extraClrSchemeLst/>
</a:theme>
</file>

<file path=ppt/theme/theme7.xml><?xml version="1.0" encoding="utf-8"?>
<a:theme xmlns:a="http://schemas.openxmlformats.org/drawingml/2006/main" name="Use-Case">
  <a:themeElements>
    <a:clrScheme name="Median">
      <a:dk1>
        <a:sysClr val="windowText" lastClr="000000"/>
      </a:dk1>
      <a:lt1>
        <a:sysClr val="window" lastClr="FFFFFF"/>
      </a:lt1>
      <a:dk2>
        <a:srgbClr val="775F55"/>
      </a:dk2>
      <a:lt2>
        <a:srgbClr val="EBDDC3"/>
      </a:lt2>
      <a:accent1>
        <a:srgbClr val="94B6D2"/>
      </a:accent1>
      <a:accent2>
        <a:srgbClr val="DD8047"/>
      </a:accent2>
      <a:accent3>
        <a:srgbClr val="A5AB81"/>
      </a:accent3>
      <a:accent4>
        <a:srgbClr val="D8B25C"/>
      </a:accent4>
      <a:accent5>
        <a:srgbClr val="7BA79D"/>
      </a:accent5>
      <a:accent6>
        <a:srgbClr val="968C8C"/>
      </a:accent6>
      <a:hlink>
        <a:srgbClr val="F7B615"/>
      </a:hlink>
      <a:folHlink>
        <a:srgbClr val="704404"/>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흐름">
      <a:fillStyleLst>
        <a:solidFill>
          <a:schemeClr val="phClr"/>
        </a:solidFill>
        <a:gradFill rotWithShape="1">
          <a:gsLst>
            <a:gs pos="0">
              <a:schemeClr val="phClr">
                <a:tint val="70000"/>
                <a:satMod val="130000"/>
              </a:schemeClr>
            </a:gs>
            <a:gs pos="43000">
              <a:schemeClr val="phClr">
                <a:tint val="44000"/>
                <a:satMod val="165000"/>
              </a:schemeClr>
            </a:gs>
            <a:gs pos="93000">
              <a:schemeClr val="phClr">
                <a:tint val="15000"/>
                <a:satMod val="165000"/>
              </a:schemeClr>
            </a:gs>
            <a:gs pos="100000">
              <a:schemeClr val="phClr">
                <a:tint val="5000"/>
                <a:satMod val="250000"/>
              </a:schemeClr>
            </a:gs>
          </a:gsLst>
          <a:path path="circle">
            <a:fillToRect l="50000" t="130000" r="50000" b="-30000"/>
          </a:path>
        </a:gradFill>
        <a:gradFill rotWithShape="1">
          <a:gsLst>
            <a:gs pos="0">
              <a:schemeClr val="phClr">
                <a:tint val="98000"/>
                <a:shade val="25000"/>
                <a:satMod val="250000"/>
              </a:schemeClr>
            </a:gs>
            <a:gs pos="68000">
              <a:schemeClr val="phClr">
                <a:tint val="86000"/>
                <a:satMod val="115000"/>
              </a:schemeClr>
            </a:gs>
            <a:gs pos="100000">
              <a:schemeClr val="phClr">
                <a:tint val="50000"/>
                <a:satMod val="150000"/>
              </a:schemeClr>
            </a:gs>
          </a:gsLst>
          <a:path path="circle">
            <a:fillToRect l="50000" t="130000" r="50000" b="-30000"/>
          </a:path>
        </a:gradFill>
      </a:fillStyleLst>
      <a:lnStyleLst>
        <a:ln w="9525" cap="flat" cmpd="sng" algn="ctr">
          <a:solidFill>
            <a:schemeClr val="phClr">
              <a:shade val="50000"/>
              <a:satMod val="103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57150" dist="38100" dir="5400000" algn="ctr" rotWithShape="0">
              <a:schemeClr val="phClr">
                <a:shade val="9000"/>
                <a:satMod val="105000"/>
                <a:alpha val="48000"/>
              </a:schemeClr>
            </a:outerShdw>
          </a:effectLst>
        </a:effectStyle>
        <a:effectStyle>
          <a:effectLst>
            <a:outerShdw blurRad="57150" dist="38100" dir="5400000" algn="ctr" rotWithShape="0">
              <a:schemeClr val="phClr">
                <a:shade val="9000"/>
                <a:satMod val="105000"/>
                <a:alpha val="48000"/>
              </a:schemeClr>
            </a:outerShdw>
          </a:effectLst>
        </a:effectStyle>
        <a:effectStyle>
          <a:effectLst>
            <a:outerShdw blurRad="57150" dist="38100" dir="5400000" algn="ctr" rotWithShape="0">
              <a:schemeClr val="phClr">
                <a:shade val="9000"/>
                <a:satMod val="105000"/>
                <a:alpha val="48000"/>
              </a:schemeClr>
            </a:outerShdw>
          </a:effectLst>
          <a:scene3d>
            <a:camera prst="orthographicFront" fov="0">
              <a:rot lat="0" lon="0" rev="0"/>
            </a:camera>
            <a:lightRig rig="glow" dir="tl">
              <a:rot lat="0" lon="0" rev="900000"/>
            </a:lightRig>
          </a:scene3d>
          <a:sp3d prstMaterial="powder">
            <a:bevelT w="25400" h="38100"/>
          </a:sp3d>
        </a:effectStyle>
      </a:effectStyleLst>
      <a:bgFillStyleLst>
        <a:solidFill>
          <a:schemeClr val="phClr"/>
        </a:solidFill>
        <a:gradFill rotWithShape="1">
          <a:gsLst>
            <a:gs pos="0">
              <a:schemeClr val="phClr">
                <a:tint val="80000"/>
                <a:satMod val="400000"/>
              </a:schemeClr>
            </a:gs>
            <a:gs pos="25000">
              <a:schemeClr val="phClr">
                <a:tint val="83000"/>
                <a:satMod val="320000"/>
              </a:schemeClr>
            </a:gs>
            <a:gs pos="100000">
              <a:schemeClr val="phClr">
                <a:shade val="15000"/>
                <a:satMod val="320000"/>
              </a:schemeClr>
            </a:gs>
          </a:gsLst>
          <a:path path="circle">
            <a:fillToRect l="10000" t="110000" r="10000" b="100000"/>
          </a:path>
        </a:gradFill>
        <a:blipFill>
          <a:blip xmlns:r="http://schemas.openxmlformats.org/officeDocument/2006/relationships" r:embed="rId1">
            <a:duotone>
              <a:schemeClr val="phClr">
                <a:shade val="90000"/>
                <a:satMod val="150000"/>
              </a:schemeClr>
              <a:schemeClr val="phClr">
                <a:tint val="88000"/>
                <a:satMod val="150000"/>
              </a:schemeClr>
            </a:duotone>
          </a:blip>
          <a:tile tx="0" ty="0" sx="65000" sy="65000" flip="none" algn="tl"/>
        </a:blipFill>
      </a:bgFillStyleLst>
    </a:fmtScheme>
  </a:themeElements>
  <a:objectDefaults/>
  <a:extraClrSchemeLst/>
</a:theme>
</file>

<file path=ppt/theme/theme8.xml><?xml version="1.0" encoding="utf-8"?>
<a:theme xmlns:a="http://schemas.openxmlformats.org/drawingml/2006/main" name="Application Name">
  <a:themeElements>
    <a:clrScheme name="Median">
      <a:dk1>
        <a:sysClr val="windowText" lastClr="000000"/>
      </a:dk1>
      <a:lt1>
        <a:sysClr val="window" lastClr="FFFFFF"/>
      </a:lt1>
      <a:dk2>
        <a:srgbClr val="775F55"/>
      </a:dk2>
      <a:lt2>
        <a:srgbClr val="EBDDC3"/>
      </a:lt2>
      <a:accent1>
        <a:srgbClr val="94B6D2"/>
      </a:accent1>
      <a:accent2>
        <a:srgbClr val="DD8047"/>
      </a:accent2>
      <a:accent3>
        <a:srgbClr val="A5AB81"/>
      </a:accent3>
      <a:accent4>
        <a:srgbClr val="D8B25C"/>
      </a:accent4>
      <a:accent5>
        <a:srgbClr val="7BA79D"/>
      </a:accent5>
      <a:accent6>
        <a:srgbClr val="968C8C"/>
      </a:accent6>
      <a:hlink>
        <a:srgbClr val="F7B615"/>
      </a:hlink>
      <a:folHlink>
        <a:srgbClr val="704404"/>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흐름">
      <a:fillStyleLst>
        <a:solidFill>
          <a:schemeClr val="phClr"/>
        </a:solidFill>
        <a:gradFill rotWithShape="1">
          <a:gsLst>
            <a:gs pos="0">
              <a:schemeClr val="phClr">
                <a:tint val="70000"/>
                <a:satMod val="130000"/>
              </a:schemeClr>
            </a:gs>
            <a:gs pos="43000">
              <a:schemeClr val="phClr">
                <a:tint val="44000"/>
                <a:satMod val="165000"/>
              </a:schemeClr>
            </a:gs>
            <a:gs pos="93000">
              <a:schemeClr val="phClr">
                <a:tint val="15000"/>
                <a:satMod val="165000"/>
              </a:schemeClr>
            </a:gs>
            <a:gs pos="100000">
              <a:schemeClr val="phClr">
                <a:tint val="5000"/>
                <a:satMod val="250000"/>
              </a:schemeClr>
            </a:gs>
          </a:gsLst>
          <a:path path="circle">
            <a:fillToRect l="50000" t="130000" r="50000" b="-30000"/>
          </a:path>
        </a:gradFill>
        <a:gradFill rotWithShape="1">
          <a:gsLst>
            <a:gs pos="0">
              <a:schemeClr val="phClr">
                <a:tint val="98000"/>
                <a:shade val="25000"/>
                <a:satMod val="250000"/>
              </a:schemeClr>
            </a:gs>
            <a:gs pos="68000">
              <a:schemeClr val="phClr">
                <a:tint val="86000"/>
                <a:satMod val="115000"/>
              </a:schemeClr>
            </a:gs>
            <a:gs pos="100000">
              <a:schemeClr val="phClr">
                <a:tint val="50000"/>
                <a:satMod val="150000"/>
              </a:schemeClr>
            </a:gs>
          </a:gsLst>
          <a:path path="circle">
            <a:fillToRect l="50000" t="130000" r="50000" b="-30000"/>
          </a:path>
        </a:gradFill>
      </a:fillStyleLst>
      <a:lnStyleLst>
        <a:ln w="9525" cap="flat" cmpd="sng" algn="ctr">
          <a:solidFill>
            <a:schemeClr val="phClr">
              <a:shade val="50000"/>
              <a:satMod val="103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57150" dist="38100" dir="5400000" algn="ctr" rotWithShape="0">
              <a:schemeClr val="phClr">
                <a:shade val="9000"/>
                <a:satMod val="105000"/>
                <a:alpha val="48000"/>
              </a:schemeClr>
            </a:outerShdw>
          </a:effectLst>
        </a:effectStyle>
        <a:effectStyle>
          <a:effectLst>
            <a:outerShdw blurRad="57150" dist="38100" dir="5400000" algn="ctr" rotWithShape="0">
              <a:schemeClr val="phClr">
                <a:shade val="9000"/>
                <a:satMod val="105000"/>
                <a:alpha val="48000"/>
              </a:schemeClr>
            </a:outerShdw>
          </a:effectLst>
        </a:effectStyle>
        <a:effectStyle>
          <a:effectLst>
            <a:outerShdw blurRad="57150" dist="38100" dir="5400000" algn="ctr" rotWithShape="0">
              <a:schemeClr val="phClr">
                <a:shade val="9000"/>
                <a:satMod val="105000"/>
                <a:alpha val="48000"/>
              </a:schemeClr>
            </a:outerShdw>
          </a:effectLst>
          <a:scene3d>
            <a:camera prst="orthographicFront" fov="0">
              <a:rot lat="0" lon="0" rev="0"/>
            </a:camera>
            <a:lightRig rig="glow" dir="tl">
              <a:rot lat="0" lon="0" rev="900000"/>
            </a:lightRig>
          </a:scene3d>
          <a:sp3d prstMaterial="powder">
            <a:bevelT w="25400" h="38100"/>
          </a:sp3d>
        </a:effectStyle>
      </a:effectStyleLst>
      <a:bgFillStyleLst>
        <a:solidFill>
          <a:schemeClr val="phClr"/>
        </a:solidFill>
        <a:gradFill rotWithShape="1">
          <a:gsLst>
            <a:gs pos="0">
              <a:schemeClr val="phClr">
                <a:tint val="80000"/>
                <a:satMod val="400000"/>
              </a:schemeClr>
            </a:gs>
            <a:gs pos="25000">
              <a:schemeClr val="phClr">
                <a:tint val="83000"/>
                <a:satMod val="320000"/>
              </a:schemeClr>
            </a:gs>
            <a:gs pos="100000">
              <a:schemeClr val="phClr">
                <a:shade val="15000"/>
                <a:satMod val="320000"/>
              </a:schemeClr>
            </a:gs>
          </a:gsLst>
          <a:path path="circle">
            <a:fillToRect l="10000" t="110000" r="10000" b="100000"/>
          </a:path>
        </a:gradFill>
        <a:blipFill>
          <a:blip xmlns:r="http://schemas.openxmlformats.org/officeDocument/2006/relationships" r:embed="rId1">
            <a:duotone>
              <a:schemeClr val="phClr">
                <a:shade val="90000"/>
                <a:satMod val="150000"/>
              </a:schemeClr>
              <a:schemeClr val="phClr">
                <a:tint val="88000"/>
                <a:satMod val="150000"/>
              </a:schemeClr>
            </a:duotone>
          </a:blip>
          <a:tile tx="0" ty="0" sx="65000" sy="65000" flip="none" algn="tl"/>
        </a:blipFill>
      </a:bgFillStyleLst>
    </a:fmtScheme>
  </a:themeElements>
  <a:objectDefaults/>
  <a:extraClrSchemeLst/>
</a:theme>
</file>

<file path=ppt/theme/theme9.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10.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4140</TotalTime>
  <Words>991</Words>
  <Application>Microsoft Office PowerPoint</Application>
  <PresentationFormat>On-screen Show (4:3)</PresentationFormat>
  <Paragraphs>222</Paragraphs>
  <Slides>21</Slides>
  <Notes>1</Notes>
  <HiddenSlides>0</HiddenSlides>
  <MMClips>0</MMClips>
  <ScaleCrop>false</ScaleCrop>
  <HeadingPairs>
    <vt:vector size="6" baseType="variant">
      <vt:variant>
        <vt:lpstr>Fonts Used</vt:lpstr>
      </vt:variant>
      <vt:variant>
        <vt:i4>8</vt:i4>
      </vt:variant>
      <vt:variant>
        <vt:lpstr>Theme</vt:lpstr>
      </vt:variant>
      <vt:variant>
        <vt:i4>8</vt:i4>
      </vt:variant>
      <vt:variant>
        <vt:lpstr>Slide Titles</vt:lpstr>
      </vt:variant>
      <vt:variant>
        <vt:i4>21</vt:i4>
      </vt:variant>
    </vt:vector>
  </HeadingPairs>
  <TitlesOfParts>
    <vt:vector size="37" baseType="lpstr">
      <vt:lpstr>돋움</vt:lpstr>
      <vt:lpstr>굴림</vt:lpstr>
      <vt:lpstr>Arial</vt:lpstr>
      <vt:lpstr>Calibri</vt:lpstr>
      <vt:lpstr>Helvetica Neue</vt:lpstr>
      <vt:lpstr>Symbol</vt:lpstr>
      <vt:lpstr>Wingdings</vt:lpstr>
      <vt:lpstr>Wingdings 2</vt:lpstr>
      <vt:lpstr>흐름</vt:lpstr>
      <vt:lpstr>1_흐름</vt:lpstr>
      <vt:lpstr>Language-Option</vt:lpstr>
      <vt:lpstr>Remote-Key-map</vt:lpstr>
      <vt:lpstr>Screen-Element</vt:lpstr>
      <vt:lpstr>UI-Structure</vt:lpstr>
      <vt:lpstr>Use-Case</vt:lpstr>
      <vt:lpstr>Application Name</vt:lpstr>
      <vt:lpstr>Application UI Description Template </vt:lpstr>
      <vt:lpstr>PowerPoint Presentation</vt:lpstr>
      <vt:lpstr>Revision History</vt:lpstr>
      <vt:lpstr>Contents</vt:lpstr>
      <vt:lpstr>UI Structure</vt:lpstr>
      <vt:lpstr>UI Structure</vt:lpstr>
      <vt:lpstr>UI Structure</vt:lpstr>
      <vt:lpstr>UI Structure</vt:lpstr>
      <vt:lpstr>Contents</vt:lpstr>
      <vt:lpstr>Use Cases</vt:lpstr>
      <vt:lpstr>Use Cases – User Login</vt:lpstr>
      <vt:lpstr>Use Cases – Menu Browsing</vt:lpstr>
      <vt:lpstr>Use Cases – In-app Purchase</vt:lpstr>
      <vt:lpstr>Contents</vt:lpstr>
      <vt:lpstr>Menus and Functions</vt:lpstr>
      <vt:lpstr>Menus and Functions</vt:lpstr>
      <vt:lpstr>Menus and Functions</vt:lpstr>
      <vt:lpstr>Contents</vt:lpstr>
      <vt:lpstr>Remote Control Keys</vt:lpstr>
      <vt:lpstr>Contents</vt:lpstr>
      <vt:lpstr>Language Options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슬라이드 1</dc:title>
  <dc:creator>Windows 사용자</dc:creator>
  <cp:lastModifiedBy>Lau, Mildred</cp:lastModifiedBy>
  <cp:revision>190</cp:revision>
  <dcterms:created xsi:type="dcterms:W3CDTF">2012-04-25T04:15:24Z</dcterms:created>
  <dcterms:modified xsi:type="dcterms:W3CDTF">2018-04-10T10:11:11Z</dcterms:modified>
</cp:coreProperties>
</file>